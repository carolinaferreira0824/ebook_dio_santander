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0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ABF604-BDEC-45B6-B962-F2B2C8634D5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766BF3F-10B5-4197-8325-05949C6FC1AE}">
      <dgm:prSet/>
      <dgm:spPr/>
      <dgm:t>
        <a:bodyPr/>
        <a:lstStyle/>
        <a:p>
          <a:r>
            <a:rPr lang="en-US"/>
            <a:t>As classes aplicam o mesmo estilo a vários elementos.</a:t>
          </a:r>
        </a:p>
      </dgm:t>
    </dgm:pt>
    <dgm:pt modelId="{45336E68-1256-437C-AA26-19935DBAD389}" type="parTrans" cxnId="{46BBAF17-ED1C-4044-8AB4-0EC8746AEFA7}">
      <dgm:prSet/>
      <dgm:spPr/>
      <dgm:t>
        <a:bodyPr/>
        <a:lstStyle/>
        <a:p>
          <a:endParaRPr lang="en-US"/>
        </a:p>
      </dgm:t>
    </dgm:pt>
    <dgm:pt modelId="{546E2EB3-DBA7-442E-9269-FCFAA05E774F}" type="sibTrans" cxnId="{46BBAF17-ED1C-4044-8AB4-0EC8746AEFA7}">
      <dgm:prSet/>
      <dgm:spPr/>
      <dgm:t>
        <a:bodyPr/>
        <a:lstStyle/>
        <a:p>
          <a:endParaRPr lang="en-US"/>
        </a:p>
      </dgm:t>
    </dgm:pt>
    <dgm:pt modelId="{00F54C3B-BD1A-463E-86B0-9FE9CEA73B57}">
      <dgm:prSet/>
      <dgm:spPr/>
      <dgm:t>
        <a:bodyPr/>
        <a:lstStyle/>
        <a:p>
          <a:r>
            <a:rPr lang="en-US" dirty="0"/>
            <a:t>HTML:</a:t>
          </a:r>
        </a:p>
      </dgm:t>
    </dgm:pt>
    <dgm:pt modelId="{90A4C89F-6674-486E-BE44-71C842FF3656}" type="parTrans" cxnId="{58DA4DD4-C01A-4A81-AC9C-ECF69662792D}">
      <dgm:prSet/>
      <dgm:spPr/>
      <dgm:t>
        <a:bodyPr/>
        <a:lstStyle/>
        <a:p>
          <a:endParaRPr lang="en-US"/>
        </a:p>
      </dgm:t>
    </dgm:pt>
    <dgm:pt modelId="{DCC9C76B-9E6A-4C4D-88F9-D4F4DED792CF}" type="sibTrans" cxnId="{58DA4DD4-C01A-4A81-AC9C-ECF69662792D}">
      <dgm:prSet/>
      <dgm:spPr/>
      <dgm:t>
        <a:bodyPr/>
        <a:lstStyle/>
        <a:p>
          <a:endParaRPr lang="en-US"/>
        </a:p>
      </dgm:t>
    </dgm:pt>
    <dgm:pt modelId="{AE410CF0-52F3-4348-8E6A-A2196AFC3AC4}">
      <dgm:prSet custT="1"/>
      <dgm:spPr>
        <a:solidFill>
          <a:srgbClr val="4BACC6">
            <a:hueOff val="-2483469"/>
            <a:satOff val="9953"/>
            <a:lumOff val="2157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91440" tIns="91440" rIns="91440" bIns="91440" numCol="1" spcCol="1270" anchor="ctr" anchorCtr="0"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&lt;p class='</a:t>
          </a:r>
          <a:r>
            <a:rPr lang="en-US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destaque</a:t>
          </a: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'&gt;Que a </a:t>
          </a:r>
          <a:r>
            <a:rPr lang="en-US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força</a:t>
          </a: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 </a:t>
          </a:r>
          <a:r>
            <a:rPr lang="en-US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esteja</a:t>
          </a: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 com </a:t>
          </a:r>
          <a:r>
            <a:rPr lang="en-US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você</a:t>
          </a: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!&lt;/p&gt;</a:t>
          </a:r>
        </a:p>
      </dgm:t>
    </dgm:pt>
    <dgm:pt modelId="{28B23AA0-A657-4212-9D47-EAD6175C9DDE}" type="parTrans" cxnId="{AE665568-F32A-492C-9846-FA9265A8BD74}">
      <dgm:prSet/>
      <dgm:spPr/>
      <dgm:t>
        <a:bodyPr/>
        <a:lstStyle/>
        <a:p>
          <a:endParaRPr lang="en-US"/>
        </a:p>
      </dgm:t>
    </dgm:pt>
    <dgm:pt modelId="{E390605C-C0B1-49D2-9F0E-4BEBFD7DC04F}" type="sibTrans" cxnId="{AE665568-F32A-492C-9846-FA9265A8BD74}">
      <dgm:prSet/>
      <dgm:spPr/>
      <dgm:t>
        <a:bodyPr/>
        <a:lstStyle/>
        <a:p>
          <a:endParaRPr lang="en-US"/>
        </a:p>
      </dgm:t>
    </dgm:pt>
    <dgm:pt modelId="{CE1CC01A-DFD1-4977-8E45-68A1F1A34672}">
      <dgm:prSet/>
      <dgm:spPr/>
      <dgm:t>
        <a:bodyPr/>
        <a:lstStyle/>
        <a:p>
          <a:r>
            <a:rPr lang="en-US"/>
            <a:t>CSS:</a:t>
          </a:r>
        </a:p>
      </dgm:t>
    </dgm:pt>
    <dgm:pt modelId="{A109648A-D76F-4D2D-8C04-F55FBA1401A5}" type="parTrans" cxnId="{4A602505-5EE2-4E30-BE84-920275DD3662}">
      <dgm:prSet/>
      <dgm:spPr/>
      <dgm:t>
        <a:bodyPr/>
        <a:lstStyle/>
        <a:p>
          <a:endParaRPr lang="en-US"/>
        </a:p>
      </dgm:t>
    </dgm:pt>
    <dgm:pt modelId="{6F23B75E-3518-42FC-8DC8-F56F956EBAC7}" type="sibTrans" cxnId="{4A602505-5EE2-4E30-BE84-920275DD3662}">
      <dgm:prSet/>
      <dgm:spPr/>
      <dgm:t>
        <a:bodyPr/>
        <a:lstStyle/>
        <a:p>
          <a:endParaRPr lang="en-US"/>
        </a:p>
      </dgm:t>
    </dgm:pt>
    <dgm:pt modelId="{268EA730-2EDA-47AE-9DC8-3D15B2B4C8AA}">
      <dgm:prSet custT="1"/>
      <dgm:spPr>
        <a:solidFill>
          <a:srgbClr val="4BACC6">
            <a:hueOff val="-7450407"/>
            <a:satOff val="29858"/>
            <a:lumOff val="6471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prstClr val="white"/>
              </a:solidFill>
              <a:latin typeface="Calibri"/>
              <a:ea typeface="+mn-ea"/>
              <a:cs typeface="+mn-cs"/>
            </a:rPr>
            <a:t>.destaque { color: #1a73e8; font-weight: bold; }</a:t>
          </a:r>
        </a:p>
      </dgm:t>
    </dgm:pt>
    <dgm:pt modelId="{135FD612-C28E-4210-ADF2-1591DCFEB539}" type="parTrans" cxnId="{B7D0FC81-9E66-4F24-9842-82C90569DE68}">
      <dgm:prSet/>
      <dgm:spPr/>
      <dgm:t>
        <a:bodyPr/>
        <a:lstStyle/>
        <a:p>
          <a:endParaRPr lang="en-US"/>
        </a:p>
      </dgm:t>
    </dgm:pt>
    <dgm:pt modelId="{F079CDB7-D741-4D31-857B-006436D37D54}" type="sibTrans" cxnId="{B7D0FC81-9E66-4F24-9842-82C90569DE68}">
      <dgm:prSet/>
      <dgm:spPr/>
      <dgm:t>
        <a:bodyPr/>
        <a:lstStyle/>
        <a:p>
          <a:endParaRPr lang="en-US"/>
        </a:p>
      </dgm:t>
    </dgm:pt>
    <dgm:pt modelId="{DC1629CC-241E-48CA-8DE6-BF41412D6939}" type="pres">
      <dgm:prSet presAssocID="{68ABF604-BDEC-45B6-B962-F2B2C8634D58}" presName="linear" presStyleCnt="0">
        <dgm:presLayoutVars>
          <dgm:animLvl val="lvl"/>
          <dgm:resizeHandles val="exact"/>
        </dgm:presLayoutVars>
      </dgm:prSet>
      <dgm:spPr/>
    </dgm:pt>
    <dgm:pt modelId="{859EFD40-60C1-4DEE-A6B3-4F975793BCDB}" type="pres">
      <dgm:prSet presAssocID="{E766BF3F-10B5-4197-8325-05949C6FC1A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28557F3-DB4A-4D85-88D8-F4A7A5987573}" type="pres">
      <dgm:prSet presAssocID="{546E2EB3-DBA7-442E-9269-FCFAA05E774F}" presName="spacer" presStyleCnt="0"/>
      <dgm:spPr/>
    </dgm:pt>
    <dgm:pt modelId="{52446953-4595-4EB7-AD73-0C54C58925ED}" type="pres">
      <dgm:prSet presAssocID="{00F54C3B-BD1A-463E-86B0-9FE9CEA73B5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03668D0-55F1-4072-9D5B-08856F7892B1}" type="pres">
      <dgm:prSet presAssocID="{DCC9C76B-9E6A-4C4D-88F9-D4F4DED792CF}" presName="spacer" presStyleCnt="0"/>
      <dgm:spPr/>
    </dgm:pt>
    <dgm:pt modelId="{390915BD-5878-44C0-B25C-B48E2DB69A74}" type="pres">
      <dgm:prSet presAssocID="{AE410CF0-52F3-4348-8E6A-A2196AFC3AC4}" presName="parentText" presStyleLbl="node1" presStyleIdx="2" presStyleCnt="5">
        <dgm:presLayoutVars>
          <dgm:chMax val="0"/>
          <dgm:bulletEnabled val="1"/>
        </dgm:presLayoutVars>
      </dgm:prSet>
      <dgm:spPr>
        <a:xfrm>
          <a:off x="0" y="2050725"/>
          <a:ext cx="4690291" cy="954719"/>
        </a:xfrm>
        <a:prstGeom prst="roundRect">
          <a:avLst/>
        </a:prstGeom>
      </dgm:spPr>
    </dgm:pt>
    <dgm:pt modelId="{5D10324B-8D4F-4EEA-B516-7AD312E76313}" type="pres">
      <dgm:prSet presAssocID="{E390605C-C0B1-49D2-9F0E-4BEBFD7DC04F}" presName="spacer" presStyleCnt="0"/>
      <dgm:spPr/>
    </dgm:pt>
    <dgm:pt modelId="{F4CB6E1B-7B3E-4CA4-B64A-91A7B92507B5}" type="pres">
      <dgm:prSet presAssocID="{CE1CC01A-DFD1-4977-8E45-68A1F1A3467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B5EE807-3B31-47EB-ADC1-0FCA538FC37D}" type="pres">
      <dgm:prSet presAssocID="{6F23B75E-3518-42FC-8DC8-F56F956EBAC7}" presName="spacer" presStyleCnt="0"/>
      <dgm:spPr/>
    </dgm:pt>
    <dgm:pt modelId="{D5E7A5D4-BAE2-4ECB-ADF6-BD6F62C0A859}" type="pres">
      <dgm:prSet presAssocID="{268EA730-2EDA-47AE-9DC8-3D15B2B4C8AA}" presName="parentText" presStyleLbl="node1" presStyleIdx="4" presStyleCnt="5">
        <dgm:presLayoutVars>
          <dgm:chMax val="0"/>
          <dgm:bulletEnabled val="1"/>
        </dgm:presLayoutVars>
      </dgm:prSet>
      <dgm:spPr>
        <a:xfrm>
          <a:off x="0" y="4075033"/>
          <a:ext cx="4690291" cy="962178"/>
        </a:xfrm>
        <a:prstGeom prst="roundRect">
          <a:avLst/>
        </a:prstGeom>
      </dgm:spPr>
    </dgm:pt>
  </dgm:ptLst>
  <dgm:cxnLst>
    <dgm:cxn modelId="{4A602505-5EE2-4E30-BE84-920275DD3662}" srcId="{68ABF604-BDEC-45B6-B962-F2B2C8634D58}" destId="{CE1CC01A-DFD1-4977-8E45-68A1F1A34672}" srcOrd="3" destOrd="0" parTransId="{A109648A-D76F-4D2D-8C04-F55FBA1401A5}" sibTransId="{6F23B75E-3518-42FC-8DC8-F56F956EBAC7}"/>
    <dgm:cxn modelId="{46BBAF17-ED1C-4044-8AB4-0EC8746AEFA7}" srcId="{68ABF604-BDEC-45B6-B962-F2B2C8634D58}" destId="{E766BF3F-10B5-4197-8325-05949C6FC1AE}" srcOrd="0" destOrd="0" parTransId="{45336E68-1256-437C-AA26-19935DBAD389}" sibTransId="{546E2EB3-DBA7-442E-9269-FCFAA05E774F}"/>
    <dgm:cxn modelId="{AE665568-F32A-492C-9846-FA9265A8BD74}" srcId="{68ABF604-BDEC-45B6-B962-F2B2C8634D58}" destId="{AE410CF0-52F3-4348-8E6A-A2196AFC3AC4}" srcOrd="2" destOrd="0" parTransId="{28B23AA0-A657-4212-9D47-EAD6175C9DDE}" sibTransId="{E390605C-C0B1-49D2-9F0E-4BEBFD7DC04F}"/>
    <dgm:cxn modelId="{CACEFC4E-928A-4F97-A2D1-C8B67FCF227C}" type="presOf" srcId="{68ABF604-BDEC-45B6-B962-F2B2C8634D58}" destId="{DC1629CC-241E-48CA-8DE6-BF41412D6939}" srcOrd="0" destOrd="0" presId="urn:microsoft.com/office/officeart/2005/8/layout/vList2"/>
    <dgm:cxn modelId="{B7D0FC81-9E66-4F24-9842-82C90569DE68}" srcId="{68ABF604-BDEC-45B6-B962-F2B2C8634D58}" destId="{268EA730-2EDA-47AE-9DC8-3D15B2B4C8AA}" srcOrd="4" destOrd="0" parTransId="{135FD612-C28E-4210-ADF2-1591DCFEB539}" sibTransId="{F079CDB7-D741-4D31-857B-006436D37D54}"/>
    <dgm:cxn modelId="{BBDBF688-F129-49BD-9734-80D1A1417EF0}" type="presOf" srcId="{00F54C3B-BD1A-463E-86B0-9FE9CEA73B57}" destId="{52446953-4595-4EB7-AD73-0C54C58925ED}" srcOrd="0" destOrd="0" presId="urn:microsoft.com/office/officeart/2005/8/layout/vList2"/>
    <dgm:cxn modelId="{E696DB9D-AD0F-4D09-AA7F-B99F5AAE73ED}" type="presOf" srcId="{E766BF3F-10B5-4197-8325-05949C6FC1AE}" destId="{859EFD40-60C1-4DEE-A6B3-4F975793BCDB}" srcOrd="0" destOrd="0" presId="urn:microsoft.com/office/officeart/2005/8/layout/vList2"/>
    <dgm:cxn modelId="{58DA4DD4-C01A-4A81-AC9C-ECF69662792D}" srcId="{68ABF604-BDEC-45B6-B962-F2B2C8634D58}" destId="{00F54C3B-BD1A-463E-86B0-9FE9CEA73B57}" srcOrd="1" destOrd="0" parTransId="{90A4C89F-6674-486E-BE44-71C842FF3656}" sibTransId="{DCC9C76B-9E6A-4C4D-88F9-D4F4DED792CF}"/>
    <dgm:cxn modelId="{7EA847E0-63CE-4603-895C-F454E1F08297}" type="presOf" srcId="{268EA730-2EDA-47AE-9DC8-3D15B2B4C8AA}" destId="{D5E7A5D4-BAE2-4ECB-ADF6-BD6F62C0A859}" srcOrd="0" destOrd="0" presId="urn:microsoft.com/office/officeart/2005/8/layout/vList2"/>
    <dgm:cxn modelId="{FE9761F6-E838-4191-8AA9-459165275CF1}" type="presOf" srcId="{AE410CF0-52F3-4348-8E6A-A2196AFC3AC4}" destId="{390915BD-5878-44C0-B25C-B48E2DB69A74}" srcOrd="0" destOrd="0" presId="urn:microsoft.com/office/officeart/2005/8/layout/vList2"/>
    <dgm:cxn modelId="{87648CFC-0830-44DB-A616-AAAD565AA036}" type="presOf" srcId="{CE1CC01A-DFD1-4977-8E45-68A1F1A34672}" destId="{F4CB6E1B-7B3E-4CA4-B64A-91A7B92507B5}" srcOrd="0" destOrd="0" presId="urn:microsoft.com/office/officeart/2005/8/layout/vList2"/>
    <dgm:cxn modelId="{4CAE2432-24E2-40B2-930B-518344D49372}" type="presParOf" srcId="{DC1629CC-241E-48CA-8DE6-BF41412D6939}" destId="{859EFD40-60C1-4DEE-A6B3-4F975793BCDB}" srcOrd="0" destOrd="0" presId="urn:microsoft.com/office/officeart/2005/8/layout/vList2"/>
    <dgm:cxn modelId="{8154632E-2727-4091-BEDD-EF3753FAB5A7}" type="presParOf" srcId="{DC1629CC-241E-48CA-8DE6-BF41412D6939}" destId="{B28557F3-DB4A-4D85-88D8-F4A7A5987573}" srcOrd="1" destOrd="0" presId="urn:microsoft.com/office/officeart/2005/8/layout/vList2"/>
    <dgm:cxn modelId="{26995980-0628-4117-BC5A-8C70749B2965}" type="presParOf" srcId="{DC1629CC-241E-48CA-8DE6-BF41412D6939}" destId="{52446953-4595-4EB7-AD73-0C54C58925ED}" srcOrd="2" destOrd="0" presId="urn:microsoft.com/office/officeart/2005/8/layout/vList2"/>
    <dgm:cxn modelId="{9604F303-D6F2-40DA-9557-BCAB49C41A6B}" type="presParOf" srcId="{DC1629CC-241E-48CA-8DE6-BF41412D6939}" destId="{A03668D0-55F1-4072-9D5B-08856F7892B1}" srcOrd="3" destOrd="0" presId="urn:microsoft.com/office/officeart/2005/8/layout/vList2"/>
    <dgm:cxn modelId="{10A37380-7E0F-4884-B7E2-127B47CD71A7}" type="presParOf" srcId="{DC1629CC-241E-48CA-8DE6-BF41412D6939}" destId="{390915BD-5878-44C0-B25C-B48E2DB69A74}" srcOrd="4" destOrd="0" presId="urn:microsoft.com/office/officeart/2005/8/layout/vList2"/>
    <dgm:cxn modelId="{77177C05-CDD7-4DAE-BF7A-176B83F715D6}" type="presParOf" srcId="{DC1629CC-241E-48CA-8DE6-BF41412D6939}" destId="{5D10324B-8D4F-4EEA-B516-7AD312E76313}" srcOrd="5" destOrd="0" presId="urn:microsoft.com/office/officeart/2005/8/layout/vList2"/>
    <dgm:cxn modelId="{E919B835-4E9F-43B1-9B69-5A67525E177A}" type="presParOf" srcId="{DC1629CC-241E-48CA-8DE6-BF41412D6939}" destId="{F4CB6E1B-7B3E-4CA4-B64A-91A7B92507B5}" srcOrd="6" destOrd="0" presId="urn:microsoft.com/office/officeart/2005/8/layout/vList2"/>
    <dgm:cxn modelId="{4193039B-40A9-4BF4-9881-B235B08F33AF}" type="presParOf" srcId="{DC1629CC-241E-48CA-8DE6-BF41412D6939}" destId="{CB5EE807-3B31-47EB-ADC1-0FCA538FC37D}" srcOrd="7" destOrd="0" presId="urn:microsoft.com/office/officeart/2005/8/layout/vList2"/>
    <dgm:cxn modelId="{4FEF8C74-24F5-4095-B193-0D839AE82CDC}" type="presParOf" srcId="{DC1629CC-241E-48CA-8DE6-BF41412D6939}" destId="{D5E7A5D4-BAE2-4ECB-ADF6-BD6F62C0A85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6A27A9-FF11-43E8-A510-2F8CBAB57B7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4360ECC-9926-4A1E-8F65-35FE2ECD7519}">
      <dgm:prSet/>
      <dgm:spPr/>
      <dgm:t>
        <a:bodyPr/>
        <a:lstStyle/>
        <a:p>
          <a:r>
            <a:rPr lang="en-US"/>
            <a:t>O ID é único — ideal para títulos ou seções específicas.</a:t>
          </a:r>
        </a:p>
      </dgm:t>
    </dgm:pt>
    <dgm:pt modelId="{25EADF27-3396-4A90-8CAD-47CD0151B048}" type="parTrans" cxnId="{424F96C5-5B89-4307-8F9B-03CA1C6C80CD}">
      <dgm:prSet/>
      <dgm:spPr/>
      <dgm:t>
        <a:bodyPr/>
        <a:lstStyle/>
        <a:p>
          <a:endParaRPr lang="en-US"/>
        </a:p>
      </dgm:t>
    </dgm:pt>
    <dgm:pt modelId="{D28A8744-824E-4D3F-8E8D-C982DE2B7D9A}" type="sibTrans" cxnId="{424F96C5-5B89-4307-8F9B-03CA1C6C80CD}">
      <dgm:prSet/>
      <dgm:spPr/>
      <dgm:t>
        <a:bodyPr/>
        <a:lstStyle/>
        <a:p>
          <a:endParaRPr lang="en-US"/>
        </a:p>
      </dgm:t>
    </dgm:pt>
    <dgm:pt modelId="{96DB19EA-1CD1-400F-89BF-DCCAC15B2900}">
      <dgm:prSet/>
      <dgm:spPr/>
      <dgm:t>
        <a:bodyPr/>
        <a:lstStyle/>
        <a:p>
          <a:r>
            <a:rPr lang="en-US"/>
            <a:t>HTML:</a:t>
          </a:r>
        </a:p>
      </dgm:t>
    </dgm:pt>
    <dgm:pt modelId="{837E64FB-B1CC-42F2-BAC4-ED3AF369CCF5}" type="parTrans" cxnId="{6EAD9BE6-5C00-4CB0-A595-E63C855CD1E6}">
      <dgm:prSet/>
      <dgm:spPr/>
      <dgm:t>
        <a:bodyPr/>
        <a:lstStyle/>
        <a:p>
          <a:endParaRPr lang="en-US"/>
        </a:p>
      </dgm:t>
    </dgm:pt>
    <dgm:pt modelId="{D4AEFEE5-1F37-471A-95BA-DBE90C70296C}" type="sibTrans" cxnId="{6EAD9BE6-5C00-4CB0-A595-E63C855CD1E6}">
      <dgm:prSet/>
      <dgm:spPr/>
      <dgm:t>
        <a:bodyPr/>
        <a:lstStyle/>
        <a:p>
          <a:endParaRPr lang="en-US"/>
        </a:p>
      </dgm:t>
    </dgm:pt>
    <dgm:pt modelId="{F0721931-6365-4A32-8BB8-7980D7846402}">
      <dgm:prSet/>
      <dgm:spPr/>
      <dgm:t>
        <a:bodyPr/>
        <a:lstStyle/>
        <a:p>
          <a:r>
            <a:rPr lang="en-US"/>
            <a:t>&lt;h1 id='titulo'&gt;O Despertar das Classes&lt;/h1&gt;</a:t>
          </a:r>
        </a:p>
      </dgm:t>
    </dgm:pt>
    <dgm:pt modelId="{441EC23F-9D3F-4858-9CCA-732DC70EB123}" type="parTrans" cxnId="{4D0E30BE-4F58-4A27-8B6F-59F709EC2457}">
      <dgm:prSet/>
      <dgm:spPr/>
      <dgm:t>
        <a:bodyPr/>
        <a:lstStyle/>
        <a:p>
          <a:endParaRPr lang="en-US"/>
        </a:p>
      </dgm:t>
    </dgm:pt>
    <dgm:pt modelId="{69CAD9DD-2178-4DC6-AD0A-B5B132689528}" type="sibTrans" cxnId="{4D0E30BE-4F58-4A27-8B6F-59F709EC2457}">
      <dgm:prSet/>
      <dgm:spPr/>
      <dgm:t>
        <a:bodyPr/>
        <a:lstStyle/>
        <a:p>
          <a:endParaRPr lang="en-US"/>
        </a:p>
      </dgm:t>
    </dgm:pt>
    <dgm:pt modelId="{18BA2515-AF07-4427-B230-FDA70594070E}">
      <dgm:prSet/>
      <dgm:spPr/>
      <dgm:t>
        <a:bodyPr/>
        <a:lstStyle/>
        <a:p>
          <a:r>
            <a:rPr lang="en-US"/>
            <a:t>CSS:</a:t>
          </a:r>
        </a:p>
      </dgm:t>
    </dgm:pt>
    <dgm:pt modelId="{01E5A310-04C3-47BA-960D-CFBA6B9420B6}" type="parTrans" cxnId="{72685B0D-6251-43AB-AC57-3F3691D7C061}">
      <dgm:prSet/>
      <dgm:spPr/>
      <dgm:t>
        <a:bodyPr/>
        <a:lstStyle/>
        <a:p>
          <a:endParaRPr lang="en-US"/>
        </a:p>
      </dgm:t>
    </dgm:pt>
    <dgm:pt modelId="{F41A3B7C-15B8-4126-9776-1511EA376672}" type="sibTrans" cxnId="{72685B0D-6251-43AB-AC57-3F3691D7C061}">
      <dgm:prSet/>
      <dgm:spPr/>
      <dgm:t>
        <a:bodyPr/>
        <a:lstStyle/>
        <a:p>
          <a:endParaRPr lang="en-US"/>
        </a:p>
      </dgm:t>
    </dgm:pt>
    <dgm:pt modelId="{5D1176F6-3617-4209-8C8A-EAC7EE678BD5}">
      <dgm:prSet/>
      <dgm:spPr/>
      <dgm:t>
        <a:bodyPr/>
        <a:lstStyle/>
        <a:p>
          <a:r>
            <a:rPr lang="en-US"/>
            <a:t>#titulo { text-align: center; color: #ffe81f; }</a:t>
          </a:r>
        </a:p>
      </dgm:t>
    </dgm:pt>
    <dgm:pt modelId="{D74A333C-F1F5-49D4-8834-BC6CADDD600A}" type="parTrans" cxnId="{84C9F41A-F3EC-4F71-B60B-847688A565DF}">
      <dgm:prSet/>
      <dgm:spPr/>
      <dgm:t>
        <a:bodyPr/>
        <a:lstStyle/>
        <a:p>
          <a:endParaRPr lang="en-US"/>
        </a:p>
      </dgm:t>
    </dgm:pt>
    <dgm:pt modelId="{BC4A27B9-0CD2-4D1F-90DE-27DF4BB2CF90}" type="sibTrans" cxnId="{84C9F41A-F3EC-4F71-B60B-847688A565DF}">
      <dgm:prSet/>
      <dgm:spPr/>
      <dgm:t>
        <a:bodyPr/>
        <a:lstStyle/>
        <a:p>
          <a:endParaRPr lang="en-US"/>
        </a:p>
      </dgm:t>
    </dgm:pt>
    <dgm:pt modelId="{9841B719-EACA-4565-BFC1-95C09AE2A1FC}" type="pres">
      <dgm:prSet presAssocID="{F76A27A9-FF11-43E8-A510-2F8CBAB57B7B}" presName="linear" presStyleCnt="0">
        <dgm:presLayoutVars>
          <dgm:animLvl val="lvl"/>
          <dgm:resizeHandles val="exact"/>
        </dgm:presLayoutVars>
      </dgm:prSet>
      <dgm:spPr/>
    </dgm:pt>
    <dgm:pt modelId="{F297F940-8D19-40FE-BCCB-B2A538140850}" type="pres">
      <dgm:prSet presAssocID="{64360ECC-9926-4A1E-8F65-35FE2ECD751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3496769-BE26-4CCD-95A6-9D360882B709}" type="pres">
      <dgm:prSet presAssocID="{D28A8744-824E-4D3F-8E8D-C982DE2B7D9A}" presName="spacer" presStyleCnt="0"/>
      <dgm:spPr/>
    </dgm:pt>
    <dgm:pt modelId="{E55A42B3-BEFF-41B2-9E82-8D64B96ED24D}" type="pres">
      <dgm:prSet presAssocID="{96DB19EA-1CD1-400F-89BF-DCCAC15B290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1A4DB8E-49C8-4CE2-BB17-FF0938C7415C}" type="pres">
      <dgm:prSet presAssocID="{D4AEFEE5-1F37-471A-95BA-DBE90C70296C}" presName="spacer" presStyleCnt="0"/>
      <dgm:spPr/>
    </dgm:pt>
    <dgm:pt modelId="{79D8388D-290E-4189-89F3-D5171FA7EF52}" type="pres">
      <dgm:prSet presAssocID="{F0721931-6365-4A32-8BB8-7980D784640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F92E42-8706-46F7-9598-A333D8F17ECE}" type="pres">
      <dgm:prSet presAssocID="{69CAD9DD-2178-4DC6-AD0A-B5B132689528}" presName="spacer" presStyleCnt="0"/>
      <dgm:spPr/>
    </dgm:pt>
    <dgm:pt modelId="{6CB28B36-220B-46AB-BA45-4CDF3BFA7015}" type="pres">
      <dgm:prSet presAssocID="{18BA2515-AF07-4427-B230-FDA70594070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AA9C166-6CAC-4DD6-BA8D-4E885F471A7A}" type="pres">
      <dgm:prSet presAssocID="{F41A3B7C-15B8-4126-9776-1511EA376672}" presName="spacer" presStyleCnt="0"/>
      <dgm:spPr/>
    </dgm:pt>
    <dgm:pt modelId="{90D85464-7A04-4162-9263-F48793D67D6A}" type="pres">
      <dgm:prSet presAssocID="{5D1176F6-3617-4209-8C8A-EAC7EE678BD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2685B0D-6251-43AB-AC57-3F3691D7C061}" srcId="{F76A27A9-FF11-43E8-A510-2F8CBAB57B7B}" destId="{18BA2515-AF07-4427-B230-FDA70594070E}" srcOrd="3" destOrd="0" parTransId="{01E5A310-04C3-47BA-960D-CFBA6B9420B6}" sibTransId="{F41A3B7C-15B8-4126-9776-1511EA376672}"/>
    <dgm:cxn modelId="{7703440D-1442-4167-AABA-512AF804C718}" type="presOf" srcId="{18BA2515-AF07-4427-B230-FDA70594070E}" destId="{6CB28B36-220B-46AB-BA45-4CDF3BFA7015}" srcOrd="0" destOrd="0" presId="urn:microsoft.com/office/officeart/2005/8/layout/vList2"/>
    <dgm:cxn modelId="{B98E7910-67B3-4555-90B6-FF321BE22EE4}" type="presOf" srcId="{F0721931-6365-4A32-8BB8-7980D7846402}" destId="{79D8388D-290E-4189-89F3-D5171FA7EF52}" srcOrd="0" destOrd="0" presId="urn:microsoft.com/office/officeart/2005/8/layout/vList2"/>
    <dgm:cxn modelId="{84C9F41A-F3EC-4F71-B60B-847688A565DF}" srcId="{F76A27A9-FF11-43E8-A510-2F8CBAB57B7B}" destId="{5D1176F6-3617-4209-8C8A-EAC7EE678BD5}" srcOrd="4" destOrd="0" parTransId="{D74A333C-F1F5-49D4-8834-BC6CADDD600A}" sibTransId="{BC4A27B9-0CD2-4D1F-90DE-27DF4BB2CF90}"/>
    <dgm:cxn modelId="{8D45F920-5939-4270-9CFD-76F09AEAE3E5}" type="presOf" srcId="{5D1176F6-3617-4209-8C8A-EAC7EE678BD5}" destId="{90D85464-7A04-4162-9263-F48793D67D6A}" srcOrd="0" destOrd="0" presId="urn:microsoft.com/office/officeart/2005/8/layout/vList2"/>
    <dgm:cxn modelId="{DA9B7862-DCAD-4422-8D7C-1C4300FA3091}" type="presOf" srcId="{64360ECC-9926-4A1E-8F65-35FE2ECD7519}" destId="{F297F940-8D19-40FE-BCCB-B2A538140850}" srcOrd="0" destOrd="0" presId="urn:microsoft.com/office/officeart/2005/8/layout/vList2"/>
    <dgm:cxn modelId="{B42C39A8-6082-4709-A629-9FFAF2DF3FFE}" type="presOf" srcId="{F76A27A9-FF11-43E8-A510-2F8CBAB57B7B}" destId="{9841B719-EACA-4565-BFC1-95C09AE2A1FC}" srcOrd="0" destOrd="0" presId="urn:microsoft.com/office/officeart/2005/8/layout/vList2"/>
    <dgm:cxn modelId="{4D0E30BE-4F58-4A27-8B6F-59F709EC2457}" srcId="{F76A27A9-FF11-43E8-A510-2F8CBAB57B7B}" destId="{F0721931-6365-4A32-8BB8-7980D7846402}" srcOrd="2" destOrd="0" parTransId="{441EC23F-9D3F-4858-9CCA-732DC70EB123}" sibTransId="{69CAD9DD-2178-4DC6-AD0A-B5B132689528}"/>
    <dgm:cxn modelId="{424F96C5-5B89-4307-8F9B-03CA1C6C80CD}" srcId="{F76A27A9-FF11-43E8-A510-2F8CBAB57B7B}" destId="{64360ECC-9926-4A1E-8F65-35FE2ECD7519}" srcOrd="0" destOrd="0" parTransId="{25EADF27-3396-4A90-8CAD-47CD0151B048}" sibTransId="{D28A8744-824E-4D3F-8E8D-C982DE2B7D9A}"/>
    <dgm:cxn modelId="{083248E4-9902-4CCD-8EB2-B62B135E7BD6}" type="presOf" srcId="{96DB19EA-1CD1-400F-89BF-DCCAC15B2900}" destId="{E55A42B3-BEFF-41B2-9E82-8D64B96ED24D}" srcOrd="0" destOrd="0" presId="urn:microsoft.com/office/officeart/2005/8/layout/vList2"/>
    <dgm:cxn modelId="{6EAD9BE6-5C00-4CB0-A595-E63C855CD1E6}" srcId="{F76A27A9-FF11-43E8-A510-2F8CBAB57B7B}" destId="{96DB19EA-1CD1-400F-89BF-DCCAC15B2900}" srcOrd="1" destOrd="0" parTransId="{837E64FB-B1CC-42F2-BAC4-ED3AF369CCF5}" sibTransId="{D4AEFEE5-1F37-471A-95BA-DBE90C70296C}"/>
    <dgm:cxn modelId="{A6E486FA-EEF4-4E15-A922-EE06C2EFF5EA}" type="presParOf" srcId="{9841B719-EACA-4565-BFC1-95C09AE2A1FC}" destId="{F297F940-8D19-40FE-BCCB-B2A538140850}" srcOrd="0" destOrd="0" presId="urn:microsoft.com/office/officeart/2005/8/layout/vList2"/>
    <dgm:cxn modelId="{41CF3169-6C6E-4759-8929-2D9FD5A0E8AB}" type="presParOf" srcId="{9841B719-EACA-4565-BFC1-95C09AE2A1FC}" destId="{33496769-BE26-4CCD-95A6-9D360882B709}" srcOrd="1" destOrd="0" presId="urn:microsoft.com/office/officeart/2005/8/layout/vList2"/>
    <dgm:cxn modelId="{CB7A7295-0D19-43DD-AD43-54215B04F6D1}" type="presParOf" srcId="{9841B719-EACA-4565-BFC1-95C09AE2A1FC}" destId="{E55A42B3-BEFF-41B2-9E82-8D64B96ED24D}" srcOrd="2" destOrd="0" presId="urn:microsoft.com/office/officeart/2005/8/layout/vList2"/>
    <dgm:cxn modelId="{27F0752D-9EA9-46B5-83AE-DE437704642D}" type="presParOf" srcId="{9841B719-EACA-4565-BFC1-95C09AE2A1FC}" destId="{A1A4DB8E-49C8-4CE2-BB17-FF0938C7415C}" srcOrd="3" destOrd="0" presId="urn:microsoft.com/office/officeart/2005/8/layout/vList2"/>
    <dgm:cxn modelId="{F2CCD9EB-E438-4808-BFB7-F55F96DC31DC}" type="presParOf" srcId="{9841B719-EACA-4565-BFC1-95C09AE2A1FC}" destId="{79D8388D-290E-4189-89F3-D5171FA7EF52}" srcOrd="4" destOrd="0" presId="urn:microsoft.com/office/officeart/2005/8/layout/vList2"/>
    <dgm:cxn modelId="{EF93AD29-175F-4238-9D6E-EF68728D8D4D}" type="presParOf" srcId="{9841B719-EACA-4565-BFC1-95C09AE2A1FC}" destId="{E4F92E42-8706-46F7-9598-A333D8F17ECE}" srcOrd="5" destOrd="0" presId="urn:microsoft.com/office/officeart/2005/8/layout/vList2"/>
    <dgm:cxn modelId="{621EA18A-779E-4F5C-BBCF-3396BEEF4C83}" type="presParOf" srcId="{9841B719-EACA-4565-BFC1-95C09AE2A1FC}" destId="{6CB28B36-220B-46AB-BA45-4CDF3BFA7015}" srcOrd="6" destOrd="0" presId="urn:microsoft.com/office/officeart/2005/8/layout/vList2"/>
    <dgm:cxn modelId="{61F3C0A9-0910-465F-891B-C5D982A8564A}" type="presParOf" srcId="{9841B719-EACA-4565-BFC1-95C09AE2A1FC}" destId="{4AA9C166-6CAC-4DD6-BA8D-4E885F471A7A}" srcOrd="7" destOrd="0" presId="urn:microsoft.com/office/officeart/2005/8/layout/vList2"/>
    <dgm:cxn modelId="{C6269596-AC0A-431B-B9F2-D4D6DFCB73CC}" type="presParOf" srcId="{9841B719-EACA-4565-BFC1-95C09AE2A1FC}" destId="{90D85464-7A04-4162-9263-F48793D67D6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A3165F-3646-45EB-A881-C20BAF326FF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542DA15-F4D6-4736-84D0-15DD6DE7BCEA}">
      <dgm:prSet/>
      <dgm:spPr/>
      <dgm:t>
        <a:bodyPr/>
        <a:lstStyle/>
        <a:p>
          <a:r>
            <a:rPr lang="en-US"/>
            <a:t>Seleciona todas as tags do mesmo tipo.</a:t>
          </a:r>
        </a:p>
      </dgm:t>
    </dgm:pt>
    <dgm:pt modelId="{D92C355C-D375-415E-8C7C-2B86D50A99F9}" type="parTrans" cxnId="{AFAAD0AB-9028-4B11-8DE2-8B254D7CAE11}">
      <dgm:prSet/>
      <dgm:spPr/>
      <dgm:t>
        <a:bodyPr/>
        <a:lstStyle/>
        <a:p>
          <a:endParaRPr lang="en-US"/>
        </a:p>
      </dgm:t>
    </dgm:pt>
    <dgm:pt modelId="{5ACB9699-8061-42BE-8D71-211BEF5C2F45}" type="sibTrans" cxnId="{AFAAD0AB-9028-4B11-8DE2-8B254D7CAE11}">
      <dgm:prSet/>
      <dgm:spPr/>
      <dgm:t>
        <a:bodyPr/>
        <a:lstStyle/>
        <a:p>
          <a:endParaRPr lang="en-US"/>
        </a:p>
      </dgm:t>
    </dgm:pt>
    <dgm:pt modelId="{1029CCA4-8C70-497D-A891-4E7205D3BD2A}">
      <dgm:prSet/>
      <dgm:spPr/>
      <dgm:t>
        <a:bodyPr/>
        <a:lstStyle/>
        <a:p>
          <a:r>
            <a:rPr lang="en-US"/>
            <a:t>CSS:</a:t>
          </a:r>
        </a:p>
      </dgm:t>
    </dgm:pt>
    <dgm:pt modelId="{17BE507A-BE18-415C-AFC7-B3AD9A7F8C92}" type="parTrans" cxnId="{01C04569-EAEA-445B-B5B8-E34CD834838F}">
      <dgm:prSet/>
      <dgm:spPr/>
      <dgm:t>
        <a:bodyPr/>
        <a:lstStyle/>
        <a:p>
          <a:endParaRPr lang="en-US"/>
        </a:p>
      </dgm:t>
    </dgm:pt>
    <dgm:pt modelId="{24887F6D-824D-43E0-B7E8-677A1FB784E5}" type="sibTrans" cxnId="{01C04569-EAEA-445B-B5B8-E34CD834838F}">
      <dgm:prSet/>
      <dgm:spPr/>
      <dgm:t>
        <a:bodyPr/>
        <a:lstStyle/>
        <a:p>
          <a:endParaRPr lang="en-US"/>
        </a:p>
      </dgm:t>
    </dgm:pt>
    <dgm:pt modelId="{6DA0BBF1-EF38-405C-9A4B-37B70E6CA901}">
      <dgm:prSet/>
      <dgm:spPr/>
      <dgm:t>
        <a:bodyPr/>
        <a:lstStyle/>
        <a:p>
          <a:r>
            <a:rPr lang="en-US"/>
            <a:t>p { line-height: 1.6; color: #333; }</a:t>
          </a:r>
        </a:p>
      </dgm:t>
    </dgm:pt>
    <dgm:pt modelId="{5727F8C4-C815-4A78-B3C6-FB69AB89442F}" type="parTrans" cxnId="{52BEBA91-AE70-4C3E-AB6F-395BDB23E238}">
      <dgm:prSet/>
      <dgm:spPr/>
      <dgm:t>
        <a:bodyPr/>
        <a:lstStyle/>
        <a:p>
          <a:endParaRPr lang="en-US"/>
        </a:p>
      </dgm:t>
    </dgm:pt>
    <dgm:pt modelId="{3B29219E-30C7-4215-A1A5-2559C3F26BE6}" type="sibTrans" cxnId="{52BEBA91-AE70-4C3E-AB6F-395BDB23E238}">
      <dgm:prSet/>
      <dgm:spPr/>
      <dgm:t>
        <a:bodyPr/>
        <a:lstStyle/>
        <a:p>
          <a:endParaRPr lang="en-US"/>
        </a:p>
      </dgm:t>
    </dgm:pt>
    <dgm:pt modelId="{603F02BB-A373-42B4-9962-53C62E0F28A5}" type="pres">
      <dgm:prSet presAssocID="{66A3165F-3646-45EB-A881-C20BAF326FF8}" presName="linear" presStyleCnt="0">
        <dgm:presLayoutVars>
          <dgm:animLvl val="lvl"/>
          <dgm:resizeHandles val="exact"/>
        </dgm:presLayoutVars>
      </dgm:prSet>
      <dgm:spPr/>
    </dgm:pt>
    <dgm:pt modelId="{56A02D6F-0438-4ECE-BEB4-D206141D8512}" type="pres">
      <dgm:prSet presAssocID="{9542DA15-F4D6-4736-84D0-15DD6DE7BCE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F6C4E1-4B23-44C7-BB55-1852C5A8C76C}" type="pres">
      <dgm:prSet presAssocID="{5ACB9699-8061-42BE-8D71-211BEF5C2F45}" presName="spacer" presStyleCnt="0"/>
      <dgm:spPr/>
    </dgm:pt>
    <dgm:pt modelId="{6E93B331-CB5A-4C06-9C83-289B55890550}" type="pres">
      <dgm:prSet presAssocID="{1029CCA4-8C70-497D-A891-4E7205D3BD2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8AC410-197A-4AA1-808F-9851138DD7E7}" type="pres">
      <dgm:prSet presAssocID="{24887F6D-824D-43E0-B7E8-677A1FB784E5}" presName="spacer" presStyleCnt="0"/>
      <dgm:spPr/>
    </dgm:pt>
    <dgm:pt modelId="{DE198F59-40D1-4F3E-8A51-0652FB9A570C}" type="pres">
      <dgm:prSet presAssocID="{6DA0BBF1-EF38-405C-9A4B-37B70E6CA90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05DCC34-E8EE-4CEA-A2D0-E04B241466B5}" type="presOf" srcId="{1029CCA4-8C70-497D-A891-4E7205D3BD2A}" destId="{6E93B331-CB5A-4C06-9C83-289B55890550}" srcOrd="0" destOrd="0" presId="urn:microsoft.com/office/officeart/2005/8/layout/vList2"/>
    <dgm:cxn modelId="{01C04569-EAEA-445B-B5B8-E34CD834838F}" srcId="{66A3165F-3646-45EB-A881-C20BAF326FF8}" destId="{1029CCA4-8C70-497D-A891-4E7205D3BD2A}" srcOrd="1" destOrd="0" parTransId="{17BE507A-BE18-415C-AFC7-B3AD9A7F8C92}" sibTransId="{24887F6D-824D-43E0-B7E8-677A1FB784E5}"/>
    <dgm:cxn modelId="{70419753-93DE-4CB1-A339-DC8A2A6793B6}" type="presOf" srcId="{6DA0BBF1-EF38-405C-9A4B-37B70E6CA901}" destId="{DE198F59-40D1-4F3E-8A51-0652FB9A570C}" srcOrd="0" destOrd="0" presId="urn:microsoft.com/office/officeart/2005/8/layout/vList2"/>
    <dgm:cxn modelId="{52BEBA91-AE70-4C3E-AB6F-395BDB23E238}" srcId="{66A3165F-3646-45EB-A881-C20BAF326FF8}" destId="{6DA0BBF1-EF38-405C-9A4B-37B70E6CA901}" srcOrd="2" destOrd="0" parTransId="{5727F8C4-C815-4A78-B3C6-FB69AB89442F}" sibTransId="{3B29219E-30C7-4215-A1A5-2559C3F26BE6}"/>
    <dgm:cxn modelId="{999B27AA-88BA-4465-80A2-426ABA0AFF2C}" type="presOf" srcId="{9542DA15-F4D6-4736-84D0-15DD6DE7BCEA}" destId="{56A02D6F-0438-4ECE-BEB4-D206141D8512}" srcOrd="0" destOrd="0" presId="urn:microsoft.com/office/officeart/2005/8/layout/vList2"/>
    <dgm:cxn modelId="{AFAAD0AB-9028-4B11-8DE2-8B254D7CAE11}" srcId="{66A3165F-3646-45EB-A881-C20BAF326FF8}" destId="{9542DA15-F4D6-4736-84D0-15DD6DE7BCEA}" srcOrd="0" destOrd="0" parTransId="{D92C355C-D375-415E-8C7C-2B86D50A99F9}" sibTransId="{5ACB9699-8061-42BE-8D71-211BEF5C2F45}"/>
    <dgm:cxn modelId="{70D7A8E5-8A9E-4127-A884-41B7F7E85301}" type="presOf" srcId="{66A3165F-3646-45EB-A881-C20BAF326FF8}" destId="{603F02BB-A373-42B4-9962-53C62E0F28A5}" srcOrd="0" destOrd="0" presId="urn:microsoft.com/office/officeart/2005/8/layout/vList2"/>
    <dgm:cxn modelId="{826254DA-3D88-4A30-A098-E3BA7D13B168}" type="presParOf" srcId="{603F02BB-A373-42B4-9962-53C62E0F28A5}" destId="{56A02D6F-0438-4ECE-BEB4-D206141D8512}" srcOrd="0" destOrd="0" presId="urn:microsoft.com/office/officeart/2005/8/layout/vList2"/>
    <dgm:cxn modelId="{6466C1D8-9789-475F-BBF8-63B6BFC9B0D6}" type="presParOf" srcId="{603F02BB-A373-42B4-9962-53C62E0F28A5}" destId="{A2F6C4E1-4B23-44C7-BB55-1852C5A8C76C}" srcOrd="1" destOrd="0" presId="urn:microsoft.com/office/officeart/2005/8/layout/vList2"/>
    <dgm:cxn modelId="{F4228EBB-6E9C-4E40-8CB1-06BE58ADB03C}" type="presParOf" srcId="{603F02BB-A373-42B4-9962-53C62E0F28A5}" destId="{6E93B331-CB5A-4C06-9C83-289B55890550}" srcOrd="2" destOrd="0" presId="urn:microsoft.com/office/officeart/2005/8/layout/vList2"/>
    <dgm:cxn modelId="{065BF9D0-C57D-456C-8272-8DADE26B6CA3}" type="presParOf" srcId="{603F02BB-A373-42B4-9962-53C62E0F28A5}" destId="{F78AC410-197A-4AA1-808F-9851138DD7E7}" srcOrd="3" destOrd="0" presId="urn:microsoft.com/office/officeart/2005/8/layout/vList2"/>
    <dgm:cxn modelId="{DC99FCB6-4479-496C-9A84-A73A9178F9A7}" type="presParOf" srcId="{603F02BB-A373-42B4-9962-53C62E0F28A5}" destId="{DE198F59-40D1-4F3E-8A51-0652FB9A570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4C7D85-07D2-479E-993F-DE8C027D298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48ABEE1-2FCB-4D0E-9F59-1D79FC659F4F}">
      <dgm:prSet/>
      <dgm:spPr/>
      <dgm:t>
        <a:bodyPr/>
        <a:lstStyle/>
        <a:p>
          <a:r>
            <a:rPr lang="en-US"/>
            <a:t>Seleciona elementos dentro de outros.</a:t>
          </a:r>
        </a:p>
      </dgm:t>
    </dgm:pt>
    <dgm:pt modelId="{9E9C243A-E311-40DF-8A4B-EB6DC1C859D4}" type="parTrans" cxnId="{2269A057-B75F-42BB-86CF-FB2A3C665E7E}">
      <dgm:prSet/>
      <dgm:spPr/>
      <dgm:t>
        <a:bodyPr/>
        <a:lstStyle/>
        <a:p>
          <a:endParaRPr lang="en-US"/>
        </a:p>
      </dgm:t>
    </dgm:pt>
    <dgm:pt modelId="{B082BBF5-A3E0-4F0D-A205-81673DE2C219}" type="sibTrans" cxnId="{2269A057-B75F-42BB-86CF-FB2A3C665E7E}">
      <dgm:prSet/>
      <dgm:spPr/>
      <dgm:t>
        <a:bodyPr/>
        <a:lstStyle/>
        <a:p>
          <a:endParaRPr lang="en-US"/>
        </a:p>
      </dgm:t>
    </dgm:pt>
    <dgm:pt modelId="{DE1A92CA-3F0F-4D03-929F-931618175933}">
      <dgm:prSet/>
      <dgm:spPr/>
      <dgm:t>
        <a:bodyPr/>
        <a:lstStyle/>
        <a:p>
          <a:r>
            <a:rPr lang="en-US"/>
            <a:t>HTML:</a:t>
          </a:r>
        </a:p>
      </dgm:t>
    </dgm:pt>
    <dgm:pt modelId="{4612250D-0EAF-4434-8B28-F8D862DDFC64}" type="parTrans" cxnId="{1ACA9356-E088-4D41-80AD-8B9FC92F3F15}">
      <dgm:prSet/>
      <dgm:spPr/>
      <dgm:t>
        <a:bodyPr/>
        <a:lstStyle/>
        <a:p>
          <a:endParaRPr lang="en-US"/>
        </a:p>
      </dgm:t>
    </dgm:pt>
    <dgm:pt modelId="{94452411-9A67-4D36-97E6-2BCAD78DAB17}" type="sibTrans" cxnId="{1ACA9356-E088-4D41-80AD-8B9FC92F3F15}">
      <dgm:prSet/>
      <dgm:spPr/>
      <dgm:t>
        <a:bodyPr/>
        <a:lstStyle/>
        <a:p>
          <a:endParaRPr lang="en-US"/>
        </a:p>
      </dgm:t>
    </dgm:pt>
    <dgm:pt modelId="{A60FB3CD-84BF-4EC9-86F9-9758B3A004E0}">
      <dgm:prSet/>
      <dgm:spPr/>
      <dgm:t>
        <a:bodyPr/>
        <a:lstStyle/>
        <a:p>
          <a:r>
            <a:rPr lang="en-US"/>
            <a:t>&lt;div class='card'&gt;&lt;p&gt;Mensagem&lt;/p&gt;&lt;/div&gt;</a:t>
          </a:r>
        </a:p>
      </dgm:t>
    </dgm:pt>
    <dgm:pt modelId="{B74B70DF-639C-4B28-B114-2261EAFC3620}" type="parTrans" cxnId="{8E49A2C3-948E-4EC7-8F0B-56E305B67D7A}">
      <dgm:prSet/>
      <dgm:spPr/>
      <dgm:t>
        <a:bodyPr/>
        <a:lstStyle/>
        <a:p>
          <a:endParaRPr lang="en-US"/>
        </a:p>
      </dgm:t>
    </dgm:pt>
    <dgm:pt modelId="{4626B882-A3CB-401D-B05A-294005B3A0BB}" type="sibTrans" cxnId="{8E49A2C3-948E-4EC7-8F0B-56E305B67D7A}">
      <dgm:prSet/>
      <dgm:spPr/>
      <dgm:t>
        <a:bodyPr/>
        <a:lstStyle/>
        <a:p>
          <a:endParaRPr lang="en-US"/>
        </a:p>
      </dgm:t>
    </dgm:pt>
    <dgm:pt modelId="{714301B8-C9C6-46D5-A20E-4FE6D21D8E45}">
      <dgm:prSet/>
      <dgm:spPr/>
      <dgm:t>
        <a:bodyPr/>
        <a:lstStyle/>
        <a:p>
          <a:r>
            <a:rPr lang="en-US"/>
            <a:t>CSS:</a:t>
          </a:r>
        </a:p>
      </dgm:t>
    </dgm:pt>
    <dgm:pt modelId="{156A8CA3-189D-4B8A-9691-50ECA448BA05}" type="parTrans" cxnId="{79125F6D-E52F-4A80-97CE-1A35DBD51AB9}">
      <dgm:prSet/>
      <dgm:spPr/>
      <dgm:t>
        <a:bodyPr/>
        <a:lstStyle/>
        <a:p>
          <a:endParaRPr lang="en-US"/>
        </a:p>
      </dgm:t>
    </dgm:pt>
    <dgm:pt modelId="{EAB6D2B1-D195-497B-A44A-E9058C6B2870}" type="sibTrans" cxnId="{79125F6D-E52F-4A80-97CE-1A35DBD51AB9}">
      <dgm:prSet/>
      <dgm:spPr/>
      <dgm:t>
        <a:bodyPr/>
        <a:lstStyle/>
        <a:p>
          <a:endParaRPr lang="en-US"/>
        </a:p>
      </dgm:t>
    </dgm:pt>
    <dgm:pt modelId="{79A3987B-2437-41C3-84C9-EA3E2596858F}">
      <dgm:prSet/>
      <dgm:spPr/>
      <dgm:t>
        <a:bodyPr/>
        <a:lstStyle/>
        <a:p>
          <a:r>
            <a:rPr lang="en-US"/>
            <a:t>.card p { color: #4caf50; }</a:t>
          </a:r>
        </a:p>
      </dgm:t>
    </dgm:pt>
    <dgm:pt modelId="{4B8B3623-C6C0-4361-B3EB-057970D1B769}" type="parTrans" cxnId="{917368B5-EA5E-4CE2-9C04-70864B5172D6}">
      <dgm:prSet/>
      <dgm:spPr/>
      <dgm:t>
        <a:bodyPr/>
        <a:lstStyle/>
        <a:p>
          <a:endParaRPr lang="en-US"/>
        </a:p>
      </dgm:t>
    </dgm:pt>
    <dgm:pt modelId="{143FD90B-EF6F-4D3E-9F23-22141FAE2BD0}" type="sibTrans" cxnId="{917368B5-EA5E-4CE2-9C04-70864B5172D6}">
      <dgm:prSet/>
      <dgm:spPr/>
      <dgm:t>
        <a:bodyPr/>
        <a:lstStyle/>
        <a:p>
          <a:endParaRPr lang="en-US"/>
        </a:p>
      </dgm:t>
    </dgm:pt>
    <dgm:pt modelId="{4F39CF41-956D-481B-B175-CBD5995D0F7F}" type="pres">
      <dgm:prSet presAssocID="{964C7D85-07D2-479E-993F-DE8C027D2985}" presName="linear" presStyleCnt="0">
        <dgm:presLayoutVars>
          <dgm:animLvl val="lvl"/>
          <dgm:resizeHandles val="exact"/>
        </dgm:presLayoutVars>
      </dgm:prSet>
      <dgm:spPr/>
    </dgm:pt>
    <dgm:pt modelId="{044956B7-A442-4D16-B8B6-40E148DB4D99}" type="pres">
      <dgm:prSet presAssocID="{048ABEE1-2FCB-4D0E-9F59-1D79FC659F4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5228900-5226-4BAA-B40E-53F231FAEFC6}" type="pres">
      <dgm:prSet presAssocID="{B082BBF5-A3E0-4F0D-A205-81673DE2C219}" presName="spacer" presStyleCnt="0"/>
      <dgm:spPr/>
    </dgm:pt>
    <dgm:pt modelId="{5D0B99A8-EFB1-4E5B-AABF-7F2548C04CFB}" type="pres">
      <dgm:prSet presAssocID="{DE1A92CA-3F0F-4D03-929F-93161817593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8DEE756-6916-48DC-B1F7-F1D205C8C45D}" type="pres">
      <dgm:prSet presAssocID="{94452411-9A67-4D36-97E6-2BCAD78DAB17}" presName="spacer" presStyleCnt="0"/>
      <dgm:spPr/>
    </dgm:pt>
    <dgm:pt modelId="{3A4C5375-FE43-4379-B410-D631EC9AA63D}" type="pres">
      <dgm:prSet presAssocID="{A60FB3CD-84BF-4EC9-86F9-9758B3A004E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2EBC048-C239-489C-8F39-BC52BFCC96FC}" type="pres">
      <dgm:prSet presAssocID="{4626B882-A3CB-401D-B05A-294005B3A0BB}" presName="spacer" presStyleCnt="0"/>
      <dgm:spPr/>
    </dgm:pt>
    <dgm:pt modelId="{41A21573-C9B2-4AFB-9BF0-85DCD569E4DA}" type="pres">
      <dgm:prSet presAssocID="{714301B8-C9C6-46D5-A20E-4FE6D21D8E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3DC53BB-027B-46B8-9C71-09DEE9015576}" type="pres">
      <dgm:prSet presAssocID="{EAB6D2B1-D195-497B-A44A-E9058C6B2870}" presName="spacer" presStyleCnt="0"/>
      <dgm:spPr/>
    </dgm:pt>
    <dgm:pt modelId="{7D7E8343-AAAF-46A3-815A-F8F06D709C31}" type="pres">
      <dgm:prSet presAssocID="{79A3987B-2437-41C3-84C9-EA3E2596858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8E01724-6FC5-426C-8DA9-71FF174AFD75}" type="presOf" srcId="{DE1A92CA-3F0F-4D03-929F-931618175933}" destId="{5D0B99A8-EFB1-4E5B-AABF-7F2548C04CFB}" srcOrd="0" destOrd="0" presId="urn:microsoft.com/office/officeart/2005/8/layout/vList2"/>
    <dgm:cxn modelId="{DD45566C-6AE2-4EDE-AF25-CF411253512E}" type="presOf" srcId="{79A3987B-2437-41C3-84C9-EA3E2596858F}" destId="{7D7E8343-AAAF-46A3-815A-F8F06D709C31}" srcOrd="0" destOrd="0" presId="urn:microsoft.com/office/officeart/2005/8/layout/vList2"/>
    <dgm:cxn modelId="{79125F6D-E52F-4A80-97CE-1A35DBD51AB9}" srcId="{964C7D85-07D2-479E-993F-DE8C027D2985}" destId="{714301B8-C9C6-46D5-A20E-4FE6D21D8E45}" srcOrd="3" destOrd="0" parTransId="{156A8CA3-189D-4B8A-9691-50ECA448BA05}" sibTransId="{EAB6D2B1-D195-497B-A44A-E9058C6B2870}"/>
    <dgm:cxn modelId="{8B42064E-F8A1-443F-ADB5-C459042A7B40}" type="presOf" srcId="{048ABEE1-2FCB-4D0E-9F59-1D79FC659F4F}" destId="{044956B7-A442-4D16-B8B6-40E148DB4D99}" srcOrd="0" destOrd="0" presId="urn:microsoft.com/office/officeart/2005/8/layout/vList2"/>
    <dgm:cxn modelId="{1ACA9356-E088-4D41-80AD-8B9FC92F3F15}" srcId="{964C7D85-07D2-479E-993F-DE8C027D2985}" destId="{DE1A92CA-3F0F-4D03-929F-931618175933}" srcOrd="1" destOrd="0" parTransId="{4612250D-0EAF-4434-8B28-F8D862DDFC64}" sibTransId="{94452411-9A67-4D36-97E6-2BCAD78DAB17}"/>
    <dgm:cxn modelId="{2269A057-B75F-42BB-86CF-FB2A3C665E7E}" srcId="{964C7D85-07D2-479E-993F-DE8C027D2985}" destId="{048ABEE1-2FCB-4D0E-9F59-1D79FC659F4F}" srcOrd="0" destOrd="0" parTransId="{9E9C243A-E311-40DF-8A4B-EB6DC1C859D4}" sibTransId="{B082BBF5-A3E0-4F0D-A205-81673DE2C219}"/>
    <dgm:cxn modelId="{E7911D99-2A9A-481F-8D4F-B9EF4F055FB9}" type="presOf" srcId="{A60FB3CD-84BF-4EC9-86F9-9758B3A004E0}" destId="{3A4C5375-FE43-4379-B410-D631EC9AA63D}" srcOrd="0" destOrd="0" presId="urn:microsoft.com/office/officeart/2005/8/layout/vList2"/>
    <dgm:cxn modelId="{10FEDAA8-7E13-4952-8FDD-2706C46BB27B}" type="presOf" srcId="{964C7D85-07D2-479E-993F-DE8C027D2985}" destId="{4F39CF41-956D-481B-B175-CBD5995D0F7F}" srcOrd="0" destOrd="0" presId="urn:microsoft.com/office/officeart/2005/8/layout/vList2"/>
    <dgm:cxn modelId="{917368B5-EA5E-4CE2-9C04-70864B5172D6}" srcId="{964C7D85-07D2-479E-993F-DE8C027D2985}" destId="{79A3987B-2437-41C3-84C9-EA3E2596858F}" srcOrd="4" destOrd="0" parTransId="{4B8B3623-C6C0-4361-B3EB-057970D1B769}" sibTransId="{143FD90B-EF6F-4D3E-9F23-22141FAE2BD0}"/>
    <dgm:cxn modelId="{0D29F5BD-FE1D-49EA-8AB0-0C70925A2DCD}" type="presOf" srcId="{714301B8-C9C6-46D5-A20E-4FE6D21D8E45}" destId="{41A21573-C9B2-4AFB-9BF0-85DCD569E4DA}" srcOrd="0" destOrd="0" presId="urn:microsoft.com/office/officeart/2005/8/layout/vList2"/>
    <dgm:cxn modelId="{8E49A2C3-948E-4EC7-8F0B-56E305B67D7A}" srcId="{964C7D85-07D2-479E-993F-DE8C027D2985}" destId="{A60FB3CD-84BF-4EC9-86F9-9758B3A004E0}" srcOrd="2" destOrd="0" parTransId="{B74B70DF-639C-4B28-B114-2261EAFC3620}" sibTransId="{4626B882-A3CB-401D-B05A-294005B3A0BB}"/>
    <dgm:cxn modelId="{B985D33B-594E-4ACC-B20A-A2CC3C0801C9}" type="presParOf" srcId="{4F39CF41-956D-481B-B175-CBD5995D0F7F}" destId="{044956B7-A442-4D16-B8B6-40E148DB4D99}" srcOrd="0" destOrd="0" presId="urn:microsoft.com/office/officeart/2005/8/layout/vList2"/>
    <dgm:cxn modelId="{28686D81-6FF7-4CE4-83AA-43E377BB8AFB}" type="presParOf" srcId="{4F39CF41-956D-481B-B175-CBD5995D0F7F}" destId="{A5228900-5226-4BAA-B40E-53F231FAEFC6}" srcOrd="1" destOrd="0" presId="urn:microsoft.com/office/officeart/2005/8/layout/vList2"/>
    <dgm:cxn modelId="{DAC83EA3-8F66-45FC-A732-416BB5934368}" type="presParOf" srcId="{4F39CF41-956D-481B-B175-CBD5995D0F7F}" destId="{5D0B99A8-EFB1-4E5B-AABF-7F2548C04CFB}" srcOrd="2" destOrd="0" presId="urn:microsoft.com/office/officeart/2005/8/layout/vList2"/>
    <dgm:cxn modelId="{1AAF7A3C-0D02-4746-A55C-696E361864E1}" type="presParOf" srcId="{4F39CF41-956D-481B-B175-CBD5995D0F7F}" destId="{48DEE756-6916-48DC-B1F7-F1D205C8C45D}" srcOrd="3" destOrd="0" presId="urn:microsoft.com/office/officeart/2005/8/layout/vList2"/>
    <dgm:cxn modelId="{597F0168-1376-47E5-8743-1431B72F0CF9}" type="presParOf" srcId="{4F39CF41-956D-481B-B175-CBD5995D0F7F}" destId="{3A4C5375-FE43-4379-B410-D631EC9AA63D}" srcOrd="4" destOrd="0" presId="urn:microsoft.com/office/officeart/2005/8/layout/vList2"/>
    <dgm:cxn modelId="{71197EF7-2B26-4AA0-A79F-FB9A5DE27283}" type="presParOf" srcId="{4F39CF41-956D-481B-B175-CBD5995D0F7F}" destId="{02EBC048-C239-489C-8F39-BC52BFCC96FC}" srcOrd="5" destOrd="0" presId="urn:microsoft.com/office/officeart/2005/8/layout/vList2"/>
    <dgm:cxn modelId="{37367875-8698-4AD2-940C-FD9F27695344}" type="presParOf" srcId="{4F39CF41-956D-481B-B175-CBD5995D0F7F}" destId="{41A21573-C9B2-4AFB-9BF0-85DCD569E4DA}" srcOrd="6" destOrd="0" presId="urn:microsoft.com/office/officeart/2005/8/layout/vList2"/>
    <dgm:cxn modelId="{7901E3BC-ECA2-43A5-886E-F2AB43AA1D10}" type="presParOf" srcId="{4F39CF41-956D-481B-B175-CBD5995D0F7F}" destId="{23DC53BB-027B-46B8-9C71-09DEE9015576}" srcOrd="7" destOrd="0" presId="urn:microsoft.com/office/officeart/2005/8/layout/vList2"/>
    <dgm:cxn modelId="{69E0D5B7-C2C3-41EF-BBE4-A24FE20D5D6D}" type="presParOf" srcId="{4F39CF41-956D-481B-B175-CBD5995D0F7F}" destId="{7D7E8343-AAAF-46A3-815A-F8F06D709C3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8D3D65-0584-446F-A8E8-A9818A6F1F9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8A46D1-152C-4334-9714-4BE203B6C537}">
      <dgm:prSet/>
      <dgm:spPr/>
      <dgm:t>
        <a:bodyPr/>
        <a:lstStyle/>
        <a:p>
          <a:r>
            <a:rPr lang="en-US"/>
            <a:t>Aplica estilo a elementos com duas classes.</a:t>
          </a:r>
        </a:p>
      </dgm:t>
    </dgm:pt>
    <dgm:pt modelId="{054A42EC-E646-4DF2-A884-7BC208841D84}" type="parTrans" cxnId="{3188DB90-6FC9-4C56-8E59-CD217608EAFF}">
      <dgm:prSet/>
      <dgm:spPr/>
      <dgm:t>
        <a:bodyPr/>
        <a:lstStyle/>
        <a:p>
          <a:endParaRPr lang="en-US"/>
        </a:p>
      </dgm:t>
    </dgm:pt>
    <dgm:pt modelId="{65190E81-FEE7-4F65-8383-D461BE922FAD}" type="sibTrans" cxnId="{3188DB90-6FC9-4C56-8E59-CD217608EAFF}">
      <dgm:prSet/>
      <dgm:spPr/>
      <dgm:t>
        <a:bodyPr/>
        <a:lstStyle/>
        <a:p>
          <a:endParaRPr lang="en-US"/>
        </a:p>
      </dgm:t>
    </dgm:pt>
    <dgm:pt modelId="{57A63298-2168-4001-8284-EBF30F84F2C8}">
      <dgm:prSet/>
      <dgm:spPr/>
      <dgm:t>
        <a:bodyPr/>
        <a:lstStyle/>
        <a:p>
          <a:r>
            <a:rPr lang="en-US"/>
            <a:t>HTML:</a:t>
          </a:r>
        </a:p>
      </dgm:t>
    </dgm:pt>
    <dgm:pt modelId="{38A90022-191C-466D-A21C-41EA10E22BA6}" type="parTrans" cxnId="{F878F344-391E-4728-9F06-12716B6049FF}">
      <dgm:prSet/>
      <dgm:spPr/>
      <dgm:t>
        <a:bodyPr/>
        <a:lstStyle/>
        <a:p>
          <a:endParaRPr lang="en-US"/>
        </a:p>
      </dgm:t>
    </dgm:pt>
    <dgm:pt modelId="{4F9DA1EF-E6A7-4C9C-9A7A-67A323C2CF5D}" type="sibTrans" cxnId="{F878F344-391E-4728-9F06-12716B6049FF}">
      <dgm:prSet/>
      <dgm:spPr/>
      <dgm:t>
        <a:bodyPr/>
        <a:lstStyle/>
        <a:p>
          <a:endParaRPr lang="en-US"/>
        </a:p>
      </dgm:t>
    </dgm:pt>
    <dgm:pt modelId="{1CF96494-E221-44D4-8F65-DEAB5AC93E9E}">
      <dgm:prSet/>
      <dgm:spPr/>
      <dgm:t>
        <a:bodyPr/>
        <a:lstStyle/>
        <a:p>
          <a:r>
            <a:rPr lang="en-US"/>
            <a:t>&lt;button class='botao destaque'&gt;Ação&lt;/button&gt;</a:t>
          </a:r>
        </a:p>
      </dgm:t>
    </dgm:pt>
    <dgm:pt modelId="{EEBE7809-9E9B-4ED9-9670-FEA6BAF5091C}" type="parTrans" cxnId="{1F5ECE26-A2CB-4F72-9A30-140A666F8F99}">
      <dgm:prSet/>
      <dgm:spPr/>
      <dgm:t>
        <a:bodyPr/>
        <a:lstStyle/>
        <a:p>
          <a:endParaRPr lang="en-US"/>
        </a:p>
      </dgm:t>
    </dgm:pt>
    <dgm:pt modelId="{85D04BDB-8C9E-4EC8-8071-BC54F6C68ECB}" type="sibTrans" cxnId="{1F5ECE26-A2CB-4F72-9A30-140A666F8F99}">
      <dgm:prSet/>
      <dgm:spPr/>
      <dgm:t>
        <a:bodyPr/>
        <a:lstStyle/>
        <a:p>
          <a:endParaRPr lang="en-US"/>
        </a:p>
      </dgm:t>
    </dgm:pt>
    <dgm:pt modelId="{6646E019-45DC-48B0-8825-2767BF500811}">
      <dgm:prSet/>
      <dgm:spPr/>
      <dgm:t>
        <a:bodyPr/>
        <a:lstStyle/>
        <a:p>
          <a:r>
            <a:rPr lang="en-US"/>
            <a:t>CSS:</a:t>
          </a:r>
        </a:p>
      </dgm:t>
    </dgm:pt>
    <dgm:pt modelId="{66539FE7-3BD6-4373-85B3-F4B6C4D50296}" type="parTrans" cxnId="{37170FE9-90F7-4943-8BAC-A9F08D45FB2D}">
      <dgm:prSet/>
      <dgm:spPr/>
      <dgm:t>
        <a:bodyPr/>
        <a:lstStyle/>
        <a:p>
          <a:endParaRPr lang="en-US"/>
        </a:p>
      </dgm:t>
    </dgm:pt>
    <dgm:pt modelId="{9737DD7A-6243-4399-978A-3692D0B27D59}" type="sibTrans" cxnId="{37170FE9-90F7-4943-8BAC-A9F08D45FB2D}">
      <dgm:prSet/>
      <dgm:spPr/>
      <dgm:t>
        <a:bodyPr/>
        <a:lstStyle/>
        <a:p>
          <a:endParaRPr lang="en-US"/>
        </a:p>
      </dgm:t>
    </dgm:pt>
    <dgm:pt modelId="{8D9D704F-663B-48E8-8255-CEEC30737DC0}">
      <dgm:prSet/>
      <dgm:spPr/>
      <dgm:t>
        <a:bodyPr/>
        <a:lstStyle/>
        <a:p>
          <a:r>
            <a:rPr lang="en-US"/>
            <a:t>.botao.destaque { background-color: #ff9800; color: white; }</a:t>
          </a:r>
        </a:p>
      </dgm:t>
    </dgm:pt>
    <dgm:pt modelId="{884EE18B-748B-4BBA-8440-58D2CDCF19D5}" type="parTrans" cxnId="{A515862C-F562-44D5-BE74-C75CBD38BE8B}">
      <dgm:prSet/>
      <dgm:spPr/>
      <dgm:t>
        <a:bodyPr/>
        <a:lstStyle/>
        <a:p>
          <a:endParaRPr lang="en-US"/>
        </a:p>
      </dgm:t>
    </dgm:pt>
    <dgm:pt modelId="{CA5B0A0B-D0A6-4B37-8D6C-9782EA4EB057}" type="sibTrans" cxnId="{A515862C-F562-44D5-BE74-C75CBD38BE8B}">
      <dgm:prSet/>
      <dgm:spPr/>
      <dgm:t>
        <a:bodyPr/>
        <a:lstStyle/>
        <a:p>
          <a:endParaRPr lang="en-US"/>
        </a:p>
      </dgm:t>
    </dgm:pt>
    <dgm:pt modelId="{15DC6753-1AB5-4016-BDD7-AA1A909C728F}" type="pres">
      <dgm:prSet presAssocID="{408D3D65-0584-446F-A8E8-A9818A6F1F9F}" presName="linear" presStyleCnt="0">
        <dgm:presLayoutVars>
          <dgm:animLvl val="lvl"/>
          <dgm:resizeHandles val="exact"/>
        </dgm:presLayoutVars>
      </dgm:prSet>
      <dgm:spPr/>
    </dgm:pt>
    <dgm:pt modelId="{272B79E3-9989-4E65-93E4-DE3E2D1A91E3}" type="pres">
      <dgm:prSet presAssocID="{658A46D1-152C-4334-9714-4BE203B6C5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889C8ED-36AB-4FC3-821C-A0D2748EB70C}" type="pres">
      <dgm:prSet presAssocID="{65190E81-FEE7-4F65-8383-D461BE922FAD}" presName="spacer" presStyleCnt="0"/>
      <dgm:spPr/>
    </dgm:pt>
    <dgm:pt modelId="{FD008AF5-EA24-4F34-8A1F-ABBC0FD387EA}" type="pres">
      <dgm:prSet presAssocID="{57A63298-2168-4001-8284-EBF30F84F2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55755B5-DDB3-49A3-9DBF-612EC2FD3B8E}" type="pres">
      <dgm:prSet presAssocID="{4F9DA1EF-E6A7-4C9C-9A7A-67A323C2CF5D}" presName="spacer" presStyleCnt="0"/>
      <dgm:spPr/>
    </dgm:pt>
    <dgm:pt modelId="{D0AC902A-F414-44B5-84A1-87C34F96D51C}" type="pres">
      <dgm:prSet presAssocID="{1CF96494-E221-44D4-8F65-DEAB5AC93E9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754FE4B-693C-44BE-B655-EEEA41D23AEC}" type="pres">
      <dgm:prSet presAssocID="{85D04BDB-8C9E-4EC8-8071-BC54F6C68ECB}" presName="spacer" presStyleCnt="0"/>
      <dgm:spPr/>
    </dgm:pt>
    <dgm:pt modelId="{794D443B-0DB0-4057-BF0F-BE5F955B4B51}" type="pres">
      <dgm:prSet presAssocID="{6646E019-45DC-48B0-8825-2767BF50081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E1D753E-493C-4C93-AD39-FEDBC82C65CC}" type="pres">
      <dgm:prSet presAssocID="{9737DD7A-6243-4399-978A-3692D0B27D59}" presName="spacer" presStyleCnt="0"/>
      <dgm:spPr/>
    </dgm:pt>
    <dgm:pt modelId="{E08253FE-0985-4058-B61C-9FA2043BEAD7}" type="pres">
      <dgm:prSet presAssocID="{8D9D704F-663B-48E8-8255-CEEC30737DC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A6FE600-7D1B-4BF2-97F5-FF1C570C951F}" type="presOf" srcId="{6646E019-45DC-48B0-8825-2767BF500811}" destId="{794D443B-0DB0-4057-BF0F-BE5F955B4B51}" srcOrd="0" destOrd="0" presId="urn:microsoft.com/office/officeart/2005/8/layout/vList2"/>
    <dgm:cxn modelId="{C431C00D-BFF9-48C1-820E-FA94DDBFC3FB}" type="presOf" srcId="{1CF96494-E221-44D4-8F65-DEAB5AC93E9E}" destId="{D0AC902A-F414-44B5-84A1-87C34F96D51C}" srcOrd="0" destOrd="0" presId="urn:microsoft.com/office/officeart/2005/8/layout/vList2"/>
    <dgm:cxn modelId="{FCBE6515-5233-41EA-8C82-37BFECF6385D}" type="presOf" srcId="{408D3D65-0584-446F-A8E8-A9818A6F1F9F}" destId="{15DC6753-1AB5-4016-BDD7-AA1A909C728F}" srcOrd="0" destOrd="0" presId="urn:microsoft.com/office/officeart/2005/8/layout/vList2"/>
    <dgm:cxn modelId="{1F5ECE26-A2CB-4F72-9A30-140A666F8F99}" srcId="{408D3D65-0584-446F-A8E8-A9818A6F1F9F}" destId="{1CF96494-E221-44D4-8F65-DEAB5AC93E9E}" srcOrd="2" destOrd="0" parTransId="{EEBE7809-9E9B-4ED9-9670-FEA6BAF5091C}" sibTransId="{85D04BDB-8C9E-4EC8-8071-BC54F6C68ECB}"/>
    <dgm:cxn modelId="{A515862C-F562-44D5-BE74-C75CBD38BE8B}" srcId="{408D3D65-0584-446F-A8E8-A9818A6F1F9F}" destId="{8D9D704F-663B-48E8-8255-CEEC30737DC0}" srcOrd="4" destOrd="0" parTransId="{884EE18B-748B-4BBA-8440-58D2CDCF19D5}" sibTransId="{CA5B0A0B-D0A6-4B37-8D6C-9782EA4EB057}"/>
    <dgm:cxn modelId="{F878F344-391E-4728-9F06-12716B6049FF}" srcId="{408D3D65-0584-446F-A8E8-A9818A6F1F9F}" destId="{57A63298-2168-4001-8284-EBF30F84F2C8}" srcOrd="1" destOrd="0" parTransId="{38A90022-191C-466D-A21C-41EA10E22BA6}" sibTransId="{4F9DA1EF-E6A7-4C9C-9A7A-67A323C2CF5D}"/>
    <dgm:cxn modelId="{7AF57680-4085-45E5-9BC5-5FDC6330606F}" type="presOf" srcId="{8D9D704F-663B-48E8-8255-CEEC30737DC0}" destId="{E08253FE-0985-4058-B61C-9FA2043BEAD7}" srcOrd="0" destOrd="0" presId="urn:microsoft.com/office/officeart/2005/8/layout/vList2"/>
    <dgm:cxn modelId="{FD52D88D-93D2-4E6B-BEC7-E3A175F3AAE7}" type="presOf" srcId="{658A46D1-152C-4334-9714-4BE203B6C537}" destId="{272B79E3-9989-4E65-93E4-DE3E2D1A91E3}" srcOrd="0" destOrd="0" presId="urn:microsoft.com/office/officeart/2005/8/layout/vList2"/>
    <dgm:cxn modelId="{3188DB90-6FC9-4C56-8E59-CD217608EAFF}" srcId="{408D3D65-0584-446F-A8E8-A9818A6F1F9F}" destId="{658A46D1-152C-4334-9714-4BE203B6C537}" srcOrd="0" destOrd="0" parTransId="{054A42EC-E646-4DF2-A884-7BC208841D84}" sibTransId="{65190E81-FEE7-4F65-8383-D461BE922FAD}"/>
    <dgm:cxn modelId="{A2DB19C7-7531-47BA-85F0-A53A689C0425}" type="presOf" srcId="{57A63298-2168-4001-8284-EBF30F84F2C8}" destId="{FD008AF5-EA24-4F34-8A1F-ABBC0FD387EA}" srcOrd="0" destOrd="0" presId="urn:microsoft.com/office/officeart/2005/8/layout/vList2"/>
    <dgm:cxn modelId="{37170FE9-90F7-4943-8BAC-A9F08D45FB2D}" srcId="{408D3D65-0584-446F-A8E8-A9818A6F1F9F}" destId="{6646E019-45DC-48B0-8825-2767BF500811}" srcOrd="3" destOrd="0" parTransId="{66539FE7-3BD6-4373-85B3-F4B6C4D50296}" sibTransId="{9737DD7A-6243-4399-978A-3692D0B27D59}"/>
    <dgm:cxn modelId="{EA6205E1-6339-4843-BD86-C88229BCD013}" type="presParOf" srcId="{15DC6753-1AB5-4016-BDD7-AA1A909C728F}" destId="{272B79E3-9989-4E65-93E4-DE3E2D1A91E3}" srcOrd="0" destOrd="0" presId="urn:microsoft.com/office/officeart/2005/8/layout/vList2"/>
    <dgm:cxn modelId="{7064B1B0-B1B9-44D3-A140-05BA37AF3184}" type="presParOf" srcId="{15DC6753-1AB5-4016-BDD7-AA1A909C728F}" destId="{6889C8ED-36AB-4FC3-821C-A0D2748EB70C}" srcOrd="1" destOrd="0" presId="urn:microsoft.com/office/officeart/2005/8/layout/vList2"/>
    <dgm:cxn modelId="{31B85D42-D511-49F6-B467-026DDE820143}" type="presParOf" srcId="{15DC6753-1AB5-4016-BDD7-AA1A909C728F}" destId="{FD008AF5-EA24-4F34-8A1F-ABBC0FD387EA}" srcOrd="2" destOrd="0" presId="urn:microsoft.com/office/officeart/2005/8/layout/vList2"/>
    <dgm:cxn modelId="{9F1B652E-1964-4941-8F71-B9EDD3CB7AAB}" type="presParOf" srcId="{15DC6753-1AB5-4016-BDD7-AA1A909C728F}" destId="{A55755B5-DDB3-49A3-9DBF-612EC2FD3B8E}" srcOrd="3" destOrd="0" presId="urn:microsoft.com/office/officeart/2005/8/layout/vList2"/>
    <dgm:cxn modelId="{DC31C0CE-F2B4-403C-BE16-FFF361910ED4}" type="presParOf" srcId="{15DC6753-1AB5-4016-BDD7-AA1A909C728F}" destId="{D0AC902A-F414-44B5-84A1-87C34F96D51C}" srcOrd="4" destOrd="0" presId="urn:microsoft.com/office/officeart/2005/8/layout/vList2"/>
    <dgm:cxn modelId="{35104E71-8DFB-4E2F-87F4-7C09BF3E99E5}" type="presParOf" srcId="{15DC6753-1AB5-4016-BDD7-AA1A909C728F}" destId="{E754FE4B-693C-44BE-B655-EEEA41D23AEC}" srcOrd="5" destOrd="0" presId="urn:microsoft.com/office/officeart/2005/8/layout/vList2"/>
    <dgm:cxn modelId="{47E70685-0564-41F4-80D6-F3A0495E6656}" type="presParOf" srcId="{15DC6753-1AB5-4016-BDD7-AA1A909C728F}" destId="{794D443B-0DB0-4057-BF0F-BE5F955B4B51}" srcOrd="6" destOrd="0" presId="urn:microsoft.com/office/officeart/2005/8/layout/vList2"/>
    <dgm:cxn modelId="{E1337AC0-B5BA-4647-BA3D-E400EC8F1927}" type="presParOf" srcId="{15DC6753-1AB5-4016-BDD7-AA1A909C728F}" destId="{2E1D753E-493C-4C93-AD39-FEDBC82C65CC}" srcOrd="7" destOrd="0" presId="urn:microsoft.com/office/officeart/2005/8/layout/vList2"/>
    <dgm:cxn modelId="{0E01BA63-B30D-4136-8291-224583D9AFC5}" type="presParOf" srcId="{15DC6753-1AB5-4016-BDD7-AA1A909C728F}" destId="{E08253FE-0985-4058-B61C-9FA2043BEAD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B12050-5742-4940-8755-9D95DD4076F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6A0AB41-F1C3-401E-855D-FE49D243D31D}">
      <dgm:prSet/>
      <dgm:spPr/>
      <dgm:t>
        <a:bodyPr/>
        <a:lstStyle/>
        <a:p>
          <a:r>
            <a:rPr lang="en-US"/>
            <a:t>O seletor universal aplica estilo a tudo.</a:t>
          </a:r>
        </a:p>
      </dgm:t>
    </dgm:pt>
    <dgm:pt modelId="{8A49E74A-D1A1-4DA4-948B-ACE872C01978}" type="parTrans" cxnId="{F23ABDE2-9255-48E3-9BB2-9BD06A20B422}">
      <dgm:prSet/>
      <dgm:spPr/>
      <dgm:t>
        <a:bodyPr/>
        <a:lstStyle/>
        <a:p>
          <a:endParaRPr lang="en-US"/>
        </a:p>
      </dgm:t>
    </dgm:pt>
    <dgm:pt modelId="{DF345137-1F22-41E4-B191-5750482BE9F4}" type="sibTrans" cxnId="{F23ABDE2-9255-48E3-9BB2-9BD06A20B422}">
      <dgm:prSet/>
      <dgm:spPr/>
      <dgm:t>
        <a:bodyPr/>
        <a:lstStyle/>
        <a:p>
          <a:endParaRPr lang="en-US"/>
        </a:p>
      </dgm:t>
    </dgm:pt>
    <dgm:pt modelId="{EA30CF00-1C95-4BD7-A782-52CEF00DD79C}">
      <dgm:prSet/>
      <dgm:spPr/>
      <dgm:t>
        <a:bodyPr/>
        <a:lstStyle/>
        <a:p>
          <a:r>
            <a:rPr lang="en-US"/>
            <a:t>CSS:</a:t>
          </a:r>
        </a:p>
      </dgm:t>
    </dgm:pt>
    <dgm:pt modelId="{6E4C7CE7-C4BF-483D-ACD1-0C176F02D8FE}" type="parTrans" cxnId="{1512B7D7-2388-4797-88A8-57441CD66389}">
      <dgm:prSet/>
      <dgm:spPr/>
      <dgm:t>
        <a:bodyPr/>
        <a:lstStyle/>
        <a:p>
          <a:endParaRPr lang="en-US"/>
        </a:p>
      </dgm:t>
    </dgm:pt>
    <dgm:pt modelId="{BEE5C17A-3D68-4DFC-8940-2C6854039B17}" type="sibTrans" cxnId="{1512B7D7-2388-4797-88A8-57441CD66389}">
      <dgm:prSet/>
      <dgm:spPr/>
      <dgm:t>
        <a:bodyPr/>
        <a:lstStyle/>
        <a:p>
          <a:endParaRPr lang="en-US"/>
        </a:p>
      </dgm:t>
    </dgm:pt>
    <dgm:pt modelId="{F85CC673-C592-4EFE-A285-D1EE9A4E8E19}">
      <dgm:prSet/>
      <dgm:spPr/>
      <dgm:t>
        <a:bodyPr/>
        <a:lstStyle/>
        <a:p>
          <a:r>
            <a:rPr lang="en-US"/>
            <a:t>* { margin: 0; padding: 0; box-sizing: border-box; }</a:t>
          </a:r>
        </a:p>
      </dgm:t>
    </dgm:pt>
    <dgm:pt modelId="{B04BA274-5EFF-455B-8C44-9359F9400611}" type="parTrans" cxnId="{F4A07BB2-71F8-4B7D-9105-A8064F8E573E}">
      <dgm:prSet/>
      <dgm:spPr/>
      <dgm:t>
        <a:bodyPr/>
        <a:lstStyle/>
        <a:p>
          <a:endParaRPr lang="en-US"/>
        </a:p>
      </dgm:t>
    </dgm:pt>
    <dgm:pt modelId="{BE5B6A2E-5FAB-46E2-BC6C-BB3252017E5F}" type="sibTrans" cxnId="{F4A07BB2-71F8-4B7D-9105-A8064F8E573E}">
      <dgm:prSet/>
      <dgm:spPr/>
      <dgm:t>
        <a:bodyPr/>
        <a:lstStyle/>
        <a:p>
          <a:endParaRPr lang="en-US"/>
        </a:p>
      </dgm:t>
    </dgm:pt>
    <dgm:pt modelId="{4526905B-4004-45DC-A25E-BA200F5E5459}" type="pres">
      <dgm:prSet presAssocID="{92B12050-5742-4940-8755-9D95DD4076F5}" presName="linear" presStyleCnt="0">
        <dgm:presLayoutVars>
          <dgm:animLvl val="lvl"/>
          <dgm:resizeHandles val="exact"/>
        </dgm:presLayoutVars>
      </dgm:prSet>
      <dgm:spPr/>
    </dgm:pt>
    <dgm:pt modelId="{D9502BC3-A644-4D4B-B9B8-64C052CBF6CA}" type="pres">
      <dgm:prSet presAssocID="{66A0AB41-F1C3-401E-855D-FE49D243D31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0BE1297-146F-410A-BD78-013F4C4A619B}" type="pres">
      <dgm:prSet presAssocID="{DF345137-1F22-41E4-B191-5750482BE9F4}" presName="spacer" presStyleCnt="0"/>
      <dgm:spPr/>
    </dgm:pt>
    <dgm:pt modelId="{63D80A5B-3102-442A-90F8-B8C06D1590C6}" type="pres">
      <dgm:prSet presAssocID="{EA30CF00-1C95-4BD7-A782-52CEF00DD79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0C7028B-E82E-4AFE-9AB0-DFF4C5FA3BFB}" type="pres">
      <dgm:prSet presAssocID="{BEE5C17A-3D68-4DFC-8940-2C6854039B17}" presName="spacer" presStyleCnt="0"/>
      <dgm:spPr/>
    </dgm:pt>
    <dgm:pt modelId="{F9D00F85-CCC9-46D1-A180-7A516674043D}" type="pres">
      <dgm:prSet presAssocID="{F85CC673-C592-4EFE-A285-D1EE9A4E8E1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C013F01-4344-4320-A9C2-389C14DB61BD}" type="presOf" srcId="{EA30CF00-1C95-4BD7-A782-52CEF00DD79C}" destId="{63D80A5B-3102-442A-90F8-B8C06D1590C6}" srcOrd="0" destOrd="0" presId="urn:microsoft.com/office/officeart/2005/8/layout/vList2"/>
    <dgm:cxn modelId="{6BC10219-C3D9-4482-87D5-71DD3DA488A0}" type="presOf" srcId="{F85CC673-C592-4EFE-A285-D1EE9A4E8E19}" destId="{F9D00F85-CCC9-46D1-A180-7A516674043D}" srcOrd="0" destOrd="0" presId="urn:microsoft.com/office/officeart/2005/8/layout/vList2"/>
    <dgm:cxn modelId="{3CE04031-27B0-4DA8-940D-0BCCC28D2F32}" type="presOf" srcId="{92B12050-5742-4940-8755-9D95DD4076F5}" destId="{4526905B-4004-45DC-A25E-BA200F5E5459}" srcOrd="0" destOrd="0" presId="urn:microsoft.com/office/officeart/2005/8/layout/vList2"/>
    <dgm:cxn modelId="{F8992633-FEE1-4051-ACF3-DEEF35E3F31C}" type="presOf" srcId="{66A0AB41-F1C3-401E-855D-FE49D243D31D}" destId="{D9502BC3-A644-4D4B-B9B8-64C052CBF6CA}" srcOrd="0" destOrd="0" presId="urn:microsoft.com/office/officeart/2005/8/layout/vList2"/>
    <dgm:cxn modelId="{F4A07BB2-71F8-4B7D-9105-A8064F8E573E}" srcId="{92B12050-5742-4940-8755-9D95DD4076F5}" destId="{F85CC673-C592-4EFE-A285-D1EE9A4E8E19}" srcOrd="2" destOrd="0" parTransId="{B04BA274-5EFF-455B-8C44-9359F9400611}" sibTransId="{BE5B6A2E-5FAB-46E2-BC6C-BB3252017E5F}"/>
    <dgm:cxn modelId="{1512B7D7-2388-4797-88A8-57441CD66389}" srcId="{92B12050-5742-4940-8755-9D95DD4076F5}" destId="{EA30CF00-1C95-4BD7-A782-52CEF00DD79C}" srcOrd="1" destOrd="0" parTransId="{6E4C7CE7-C4BF-483D-ACD1-0C176F02D8FE}" sibTransId="{BEE5C17A-3D68-4DFC-8940-2C6854039B17}"/>
    <dgm:cxn modelId="{F23ABDE2-9255-48E3-9BB2-9BD06A20B422}" srcId="{92B12050-5742-4940-8755-9D95DD4076F5}" destId="{66A0AB41-F1C3-401E-855D-FE49D243D31D}" srcOrd="0" destOrd="0" parTransId="{8A49E74A-D1A1-4DA4-948B-ACE872C01978}" sibTransId="{DF345137-1F22-41E4-B191-5750482BE9F4}"/>
    <dgm:cxn modelId="{C02D1825-5E20-4E29-858C-A485AF51087F}" type="presParOf" srcId="{4526905B-4004-45DC-A25E-BA200F5E5459}" destId="{D9502BC3-A644-4D4B-B9B8-64C052CBF6CA}" srcOrd="0" destOrd="0" presId="urn:microsoft.com/office/officeart/2005/8/layout/vList2"/>
    <dgm:cxn modelId="{6BC186B6-2988-4C4F-806E-EC19811698A4}" type="presParOf" srcId="{4526905B-4004-45DC-A25E-BA200F5E5459}" destId="{10BE1297-146F-410A-BD78-013F4C4A619B}" srcOrd="1" destOrd="0" presId="urn:microsoft.com/office/officeart/2005/8/layout/vList2"/>
    <dgm:cxn modelId="{D58CB57D-D0CB-40CA-BDD6-62BDED264B15}" type="presParOf" srcId="{4526905B-4004-45DC-A25E-BA200F5E5459}" destId="{63D80A5B-3102-442A-90F8-B8C06D1590C6}" srcOrd="2" destOrd="0" presId="urn:microsoft.com/office/officeart/2005/8/layout/vList2"/>
    <dgm:cxn modelId="{31732E5E-E96D-407C-9FC0-135A4E6EC9A5}" type="presParOf" srcId="{4526905B-4004-45DC-A25E-BA200F5E5459}" destId="{C0C7028B-E82E-4AFE-9AB0-DFF4C5FA3BFB}" srcOrd="3" destOrd="0" presId="urn:microsoft.com/office/officeart/2005/8/layout/vList2"/>
    <dgm:cxn modelId="{9392694D-4E3B-4B24-843F-F3B86F6C6B80}" type="presParOf" srcId="{4526905B-4004-45DC-A25E-BA200F5E5459}" destId="{F9D00F85-CCC9-46D1-A180-7A516674043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D6CFFF-7C4D-4539-B963-9BC78367B1E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79527E3-1D8E-4180-899D-3A7BE23D4EBC}">
      <dgm:prSet/>
      <dgm:spPr/>
      <dgm:t>
        <a:bodyPr/>
        <a:lstStyle/>
        <a:p>
          <a:r>
            <a:rPr lang="en-US"/>
            <a:t>Seleciona pelo atributo.</a:t>
          </a:r>
        </a:p>
      </dgm:t>
    </dgm:pt>
    <dgm:pt modelId="{4C8BD022-94B1-4BB8-AF19-629306C594A0}" type="parTrans" cxnId="{AF1440AC-BD2E-497E-A5DE-D9FF46FD5974}">
      <dgm:prSet/>
      <dgm:spPr/>
      <dgm:t>
        <a:bodyPr/>
        <a:lstStyle/>
        <a:p>
          <a:endParaRPr lang="en-US"/>
        </a:p>
      </dgm:t>
    </dgm:pt>
    <dgm:pt modelId="{E050158C-F334-49A4-9D7F-6744FB959D64}" type="sibTrans" cxnId="{AF1440AC-BD2E-497E-A5DE-D9FF46FD5974}">
      <dgm:prSet/>
      <dgm:spPr/>
      <dgm:t>
        <a:bodyPr/>
        <a:lstStyle/>
        <a:p>
          <a:endParaRPr lang="en-US"/>
        </a:p>
      </dgm:t>
    </dgm:pt>
    <dgm:pt modelId="{36031A3C-5787-4CEF-AE99-C76343E4E47B}">
      <dgm:prSet/>
      <dgm:spPr/>
      <dgm:t>
        <a:bodyPr/>
        <a:lstStyle/>
        <a:p>
          <a:r>
            <a:rPr lang="en-US"/>
            <a:t>HTML:</a:t>
          </a:r>
        </a:p>
      </dgm:t>
    </dgm:pt>
    <dgm:pt modelId="{A71B621F-B402-43D2-8714-EB44AACD882F}" type="parTrans" cxnId="{7D743AE4-5A71-445A-810A-E6EBA90DA0E0}">
      <dgm:prSet/>
      <dgm:spPr/>
      <dgm:t>
        <a:bodyPr/>
        <a:lstStyle/>
        <a:p>
          <a:endParaRPr lang="en-US"/>
        </a:p>
      </dgm:t>
    </dgm:pt>
    <dgm:pt modelId="{18D4E8AA-CBEB-4CA1-9F4E-2401023C1B76}" type="sibTrans" cxnId="{7D743AE4-5A71-445A-810A-E6EBA90DA0E0}">
      <dgm:prSet/>
      <dgm:spPr/>
      <dgm:t>
        <a:bodyPr/>
        <a:lstStyle/>
        <a:p>
          <a:endParaRPr lang="en-US"/>
        </a:p>
      </dgm:t>
    </dgm:pt>
    <dgm:pt modelId="{2FC051F3-FDFF-40A0-A69F-EC4CF01F9475}">
      <dgm:prSet/>
      <dgm:spPr/>
      <dgm:t>
        <a:bodyPr/>
        <a:lstStyle/>
        <a:p>
          <a:r>
            <a:rPr lang="en-US"/>
            <a:t>&lt;input type='email'&gt;</a:t>
          </a:r>
        </a:p>
      </dgm:t>
    </dgm:pt>
    <dgm:pt modelId="{BE5F2CEB-0292-4DCE-8448-CA377C597C54}" type="parTrans" cxnId="{41067E51-7997-4870-B2CA-F5EC83CD5AA0}">
      <dgm:prSet/>
      <dgm:spPr/>
      <dgm:t>
        <a:bodyPr/>
        <a:lstStyle/>
        <a:p>
          <a:endParaRPr lang="en-US"/>
        </a:p>
      </dgm:t>
    </dgm:pt>
    <dgm:pt modelId="{266D2F8F-7AE5-48D4-8CDC-B2127A4FD754}" type="sibTrans" cxnId="{41067E51-7997-4870-B2CA-F5EC83CD5AA0}">
      <dgm:prSet/>
      <dgm:spPr/>
      <dgm:t>
        <a:bodyPr/>
        <a:lstStyle/>
        <a:p>
          <a:endParaRPr lang="en-US"/>
        </a:p>
      </dgm:t>
    </dgm:pt>
    <dgm:pt modelId="{E8DDA9AB-9168-498A-8860-DEC6269F0FAD}">
      <dgm:prSet/>
      <dgm:spPr/>
      <dgm:t>
        <a:bodyPr/>
        <a:lstStyle/>
        <a:p>
          <a:r>
            <a:rPr lang="en-US"/>
            <a:t>CSS:</a:t>
          </a:r>
        </a:p>
      </dgm:t>
    </dgm:pt>
    <dgm:pt modelId="{39206965-101E-48DE-B835-DACD1237D532}" type="parTrans" cxnId="{EE5DB8E8-BEB2-43E1-800C-D984CE2C571B}">
      <dgm:prSet/>
      <dgm:spPr/>
      <dgm:t>
        <a:bodyPr/>
        <a:lstStyle/>
        <a:p>
          <a:endParaRPr lang="en-US"/>
        </a:p>
      </dgm:t>
    </dgm:pt>
    <dgm:pt modelId="{4A8BEDCE-C863-425C-A1FB-3C1E337061F6}" type="sibTrans" cxnId="{EE5DB8E8-BEB2-43E1-800C-D984CE2C571B}">
      <dgm:prSet/>
      <dgm:spPr/>
      <dgm:t>
        <a:bodyPr/>
        <a:lstStyle/>
        <a:p>
          <a:endParaRPr lang="en-US"/>
        </a:p>
      </dgm:t>
    </dgm:pt>
    <dgm:pt modelId="{30597E15-CCE7-494D-9AC3-CA1BD0115C8E}">
      <dgm:prSet/>
      <dgm:spPr/>
      <dgm:t>
        <a:bodyPr/>
        <a:lstStyle/>
        <a:p>
          <a:r>
            <a:rPr lang="en-US"/>
            <a:t>input[type='email'] { border: 2px solid #1a73e8; }</a:t>
          </a:r>
        </a:p>
      </dgm:t>
    </dgm:pt>
    <dgm:pt modelId="{DCB35409-8427-4E34-AE80-939D3A2EC1D0}" type="parTrans" cxnId="{7E75B88C-1C76-4097-B134-13ACCD524515}">
      <dgm:prSet/>
      <dgm:spPr/>
      <dgm:t>
        <a:bodyPr/>
        <a:lstStyle/>
        <a:p>
          <a:endParaRPr lang="en-US"/>
        </a:p>
      </dgm:t>
    </dgm:pt>
    <dgm:pt modelId="{57380E6E-2DC4-46FC-8507-B2562BD5CCA7}" type="sibTrans" cxnId="{7E75B88C-1C76-4097-B134-13ACCD524515}">
      <dgm:prSet/>
      <dgm:spPr/>
      <dgm:t>
        <a:bodyPr/>
        <a:lstStyle/>
        <a:p>
          <a:endParaRPr lang="en-US"/>
        </a:p>
      </dgm:t>
    </dgm:pt>
    <dgm:pt modelId="{50E92EC2-18EB-4571-AD13-0806DD0E2BDD}" type="pres">
      <dgm:prSet presAssocID="{6DD6CFFF-7C4D-4539-B963-9BC78367B1EB}" presName="linear" presStyleCnt="0">
        <dgm:presLayoutVars>
          <dgm:animLvl val="lvl"/>
          <dgm:resizeHandles val="exact"/>
        </dgm:presLayoutVars>
      </dgm:prSet>
      <dgm:spPr/>
    </dgm:pt>
    <dgm:pt modelId="{0F7A3E6C-3CED-4E70-AEB4-FF233641D2D0}" type="pres">
      <dgm:prSet presAssocID="{D79527E3-1D8E-4180-899D-3A7BE23D4EB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778F3F8-D09A-4573-BCB8-939033537CF4}" type="pres">
      <dgm:prSet presAssocID="{E050158C-F334-49A4-9D7F-6744FB959D64}" presName="spacer" presStyleCnt="0"/>
      <dgm:spPr/>
    </dgm:pt>
    <dgm:pt modelId="{D9046194-5BD7-48D9-A5AA-66FB2B3FDA3E}" type="pres">
      <dgm:prSet presAssocID="{36031A3C-5787-4CEF-AE99-C76343E4E47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E6CE06B-55FA-4321-88CE-7267A974DAAA}" type="pres">
      <dgm:prSet presAssocID="{18D4E8AA-CBEB-4CA1-9F4E-2401023C1B76}" presName="spacer" presStyleCnt="0"/>
      <dgm:spPr/>
    </dgm:pt>
    <dgm:pt modelId="{B70431EE-BD09-43CD-8B79-CC62482DE5D8}" type="pres">
      <dgm:prSet presAssocID="{2FC051F3-FDFF-40A0-A69F-EC4CF01F947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04A9A8B-8E93-4354-BED6-B47621E32D56}" type="pres">
      <dgm:prSet presAssocID="{266D2F8F-7AE5-48D4-8CDC-B2127A4FD754}" presName="spacer" presStyleCnt="0"/>
      <dgm:spPr/>
    </dgm:pt>
    <dgm:pt modelId="{9E63DFEC-F770-4852-BFDE-C526F761FBD2}" type="pres">
      <dgm:prSet presAssocID="{E8DDA9AB-9168-498A-8860-DEC6269F0FA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B4EE05-3899-4A5C-A121-EF4109460C04}" type="pres">
      <dgm:prSet presAssocID="{4A8BEDCE-C863-425C-A1FB-3C1E337061F6}" presName="spacer" presStyleCnt="0"/>
      <dgm:spPr/>
    </dgm:pt>
    <dgm:pt modelId="{52F2A27B-B8C2-4921-B108-AA49CEDDBCF5}" type="pres">
      <dgm:prSet presAssocID="{30597E15-CCE7-494D-9AC3-CA1BD0115C8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D46CC0B-1DBE-4A78-AEF0-226BD7A02B72}" type="presOf" srcId="{E8DDA9AB-9168-498A-8860-DEC6269F0FAD}" destId="{9E63DFEC-F770-4852-BFDE-C526F761FBD2}" srcOrd="0" destOrd="0" presId="urn:microsoft.com/office/officeart/2005/8/layout/vList2"/>
    <dgm:cxn modelId="{C9008A5E-4494-40B7-801D-131332248A60}" type="presOf" srcId="{D79527E3-1D8E-4180-899D-3A7BE23D4EBC}" destId="{0F7A3E6C-3CED-4E70-AEB4-FF233641D2D0}" srcOrd="0" destOrd="0" presId="urn:microsoft.com/office/officeart/2005/8/layout/vList2"/>
    <dgm:cxn modelId="{41067E51-7997-4870-B2CA-F5EC83CD5AA0}" srcId="{6DD6CFFF-7C4D-4539-B963-9BC78367B1EB}" destId="{2FC051F3-FDFF-40A0-A69F-EC4CF01F9475}" srcOrd="2" destOrd="0" parTransId="{BE5F2CEB-0292-4DCE-8448-CA377C597C54}" sibTransId="{266D2F8F-7AE5-48D4-8CDC-B2127A4FD754}"/>
    <dgm:cxn modelId="{372D687D-AB01-4A5D-B811-73A139E9ABC2}" type="presOf" srcId="{30597E15-CCE7-494D-9AC3-CA1BD0115C8E}" destId="{52F2A27B-B8C2-4921-B108-AA49CEDDBCF5}" srcOrd="0" destOrd="0" presId="urn:microsoft.com/office/officeart/2005/8/layout/vList2"/>
    <dgm:cxn modelId="{7E75B88C-1C76-4097-B134-13ACCD524515}" srcId="{6DD6CFFF-7C4D-4539-B963-9BC78367B1EB}" destId="{30597E15-CCE7-494D-9AC3-CA1BD0115C8E}" srcOrd="4" destOrd="0" parTransId="{DCB35409-8427-4E34-AE80-939D3A2EC1D0}" sibTransId="{57380E6E-2DC4-46FC-8507-B2562BD5CCA7}"/>
    <dgm:cxn modelId="{2134968E-C2EA-4BD1-AAB3-50403C8D9062}" type="presOf" srcId="{6DD6CFFF-7C4D-4539-B963-9BC78367B1EB}" destId="{50E92EC2-18EB-4571-AD13-0806DD0E2BDD}" srcOrd="0" destOrd="0" presId="urn:microsoft.com/office/officeart/2005/8/layout/vList2"/>
    <dgm:cxn modelId="{2476589B-0836-4CD5-865E-D23113955412}" type="presOf" srcId="{2FC051F3-FDFF-40A0-A69F-EC4CF01F9475}" destId="{B70431EE-BD09-43CD-8B79-CC62482DE5D8}" srcOrd="0" destOrd="0" presId="urn:microsoft.com/office/officeart/2005/8/layout/vList2"/>
    <dgm:cxn modelId="{F156899E-EBF6-4EA2-B06C-1B8B20C48816}" type="presOf" srcId="{36031A3C-5787-4CEF-AE99-C76343E4E47B}" destId="{D9046194-5BD7-48D9-A5AA-66FB2B3FDA3E}" srcOrd="0" destOrd="0" presId="urn:microsoft.com/office/officeart/2005/8/layout/vList2"/>
    <dgm:cxn modelId="{AF1440AC-BD2E-497E-A5DE-D9FF46FD5974}" srcId="{6DD6CFFF-7C4D-4539-B963-9BC78367B1EB}" destId="{D79527E3-1D8E-4180-899D-3A7BE23D4EBC}" srcOrd="0" destOrd="0" parTransId="{4C8BD022-94B1-4BB8-AF19-629306C594A0}" sibTransId="{E050158C-F334-49A4-9D7F-6744FB959D64}"/>
    <dgm:cxn modelId="{7D743AE4-5A71-445A-810A-E6EBA90DA0E0}" srcId="{6DD6CFFF-7C4D-4539-B963-9BC78367B1EB}" destId="{36031A3C-5787-4CEF-AE99-C76343E4E47B}" srcOrd="1" destOrd="0" parTransId="{A71B621F-B402-43D2-8714-EB44AACD882F}" sibTransId="{18D4E8AA-CBEB-4CA1-9F4E-2401023C1B76}"/>
    <dgm:cxn modelId="{EE5DB8E8-BEB2-43E1-800C-D984CE2C571B}" srcId="{6DD6CFFF-7C4D-4539-B963-9BC78367B1EB}" destId="{E8DDA9AB-9168-498A-8860-DEC6269F0FAD}" srcOrd="3" destOrd="0" parTransId="{39206965-101E-48DE-B835-DACD1237D532}" sibTransId="{4A8BEDCE-C863-425C-A1FB-3C1E337061F6}"/>
    <dgm:cxn modelId="{663CE8E1-43FE-4DF1-B313-28FB21787555}" type="presParOf" srcId="{50E92EC2-18EB-4571-AD13-0806DD0E2BDD}" destId="{0F7A3E6C-3CED-4E70-AEB4-FF233641D2D0}" srcOrd="0" destOrd="0" presId="urn:microsoft.com/office/officeart/2005/8/layout/vList2"/>
    <dgm:cxn modelId="{43DD37A4-9D7D-4F92-99F3-362C1626722E}" type="presParOf" srcId="{50E92EC2-18EB-4571-AD13-0806DD0E2BDD}" destId="{B778F3F8-D09A-4573-BCB8-939033537CF4}" srcOrd="1" destOrd="0" presId="urn:microsoft.com/office/officeart/2005/8/layout/vList2"/>
    <dgm:cxn modelId="{EE96380C-91A1-4A68-9FC3-B93F1E246CFB}" type="presParOf" srcId="{50E92EC2-18EB-4571-AD13-0806DD0E2BDD}" destId="{D9046194-5BD7-48D9-A5AA-66FB2B3FDA3E}" srcOrd="2" destOrd="0" presId="urn:microsoft.com/office/officeart/2005/8/layout/vList2"/>
    <dgm:cxn modelId="{C7B9E255-7C41-4680-A9A7-E2F51C518D92}" type="presParOf" srcId="{50E92EC2-18EB-4571-AD13-0806DD0E2BDD}" destId="{CE6CE06B-55FA-4321-88CE-7267A974DAAA}" srcOrd="3" destOrd="0" presId="urn:microsoft.com/office/officeart/2005/8/layout/vList2"/>
    <dgm:cxn modelId="{284AB116-40A3-4AE1-9C8B-0DB5DBFDA224}" type="presParOf" srcId="{50E92EC2-18EB-4571-AD13-0806DD0E2BDD}" destId="{B70431EE-BD09-43CD-8B79-CC62482DE5D8}" srcOrd="4" destOrd="0" presId="urn:microsoft.com/office/officeart/2005/8/layout/vList2"/>
    <dgm:cxn modelId="{1B38B3DA-0C58-4059-9EBB-575D78740217}" type="presParOf" srcId="{50E92EC2-18EB-4571-AD13-0806DD0E2BDD}" destId="{504A9A8B-8E93-4354-BED6-B47621E32D56}" srcOrd="5" destOrd="0" presId="urn:microsoft.com/office/officeart/2005/8/layout/vList2"/>
    <dgm:cxn modelId="{0A2D3779-C4FB-499B-8CD2-E2DF02898FD6}" type="presParOf" srcId="{50E92EC2-18EB-4571-AD13-0806DD0E2BDD}" destId="{9E63DFEC-F770-4852-BFDE-C526F761FBD2}" srcOrd="6" destOrd="0" presId="urn:microsoft.com/office/officeart/2005/8/layout/vList2"/>
    <dgm:cxn modelId="{119A05E3-BA60-48A4-ABC7-D2A1110C6EA8}" type="presParOf" srcId="{50E92EC2-18EB-4571-AD13-0806DD0E2BDD}" destId="{68B4EE05-3899-4A5C-A121-EF4109460C04}" srcOrd="7" destOrd="0" presId="urn:microsoft.com/office/officeart/2005/8/layout/vList2"/>
    <dgm:cxn modelId="{4DE6E5D0-775F-487B-B429-5764D793D1DF}" type="presParOf" srcId="{50E92EC2-18EB-4571-AD13-0806DD0E2BDD}" destId="{52F2A27B-B8C2-4921-B108-AA49CEDDBCF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A4820A-5DCC-496A-874E-C7D60612EF8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D55C8B2-D7FE-4E1F-AE42-44AFA92071FF}">
      <dgm:prSet/>
      <dgm:spPr/>
      <dgm:t>
        <a:bodyPr/>
        <a:lstStyle/>
        <a:p>
          <a:r>
            <a:rPr lang="en-US"/>
            <a:t>Traz interatividade.</a:t>
          </a:r>
        </a:p>
      </dgm:t>
    </dgm:pt>
    <dgm:pt modelId="{AE2DD40D-CB44-4CA4-A0DC-3D3DDD6E3959}" type="parTrans" cxnId="{F2B7D6DD-F407-48CD-9514-A5DD94C5532E}">
      <dgm:prSet/>
      <dgm:spPr/>
      <dgm:t>
        <a:bodyPr/>
        <a:lstStyle/>
        <a:p>
          <a:endParaRPr lang="en-US"/>
        </a:p>
      </dgm:t>
    </dgm:pt>
    <dgm:pt modelId="{F28D157A-7493-4C7B-95DC-80BC0FE1C3A6}" type="sibTrans" cxnId="{F2B7D6DD-F407-48CD-9514-A5DD94C5532E}">
      <dgm:prSet/>
      <dgm:spPr/>
      <dgm:t>
        <a:bodyPr/>
        <a:lstStyle/>
        <a:p>
          <a:endParaRPr lang="en-US"/>
        </a:p>
      </dgm:t>
    </dgm:pt>
    <dgm:pt modelId="{BFA2AC77-436C-4AB7-B456-8EFEA6C25F54}">
      <dgm:prSet/>
      <dgm:spPr/>
      <dgm:t>
        <a:bodyPr/>
        <a:lstStyle/>
        <a:p>
          <a:r>
            <a:rPr lang="en-US"/>
            <a:t>CSS:</a:t>
          </a:r>
        </a:p>
      </dgm:t>
    </dgm:pt>
    <dgm:pt modelId="{8FD3BDFF-E6ED-4EAD-B053-CD23461AA53B}" type="parTrans" cxnId="{44C57675-4640-43AD-B4C7-276C389C39B6}">
      <dgm:prSet/>
      <dgm:spPr/>
      <dgm:t>
        <a:bodyPr/>
        <a:lstStyle/>
        <a:p>
          <a:endParaRPr lang="en-US"/>
        </a:p>
      </dgm:t>
    </dgm:pt>
    <dgm:pt modelId="{AA3BC3CC-B053-4092-994E-8A81CD004044}" type="sibTrans" cxnId="{44C57675-4640-43AD-B4C7-276C389C39B6}">
      <dgm:prSet/>
      <dgm:spPr/>
      <dgm:t>
        <a:bodyPr/>
        <a:lstStyle/>
        <a:p>
          <a:endParaRPr lang="en-US"/>
        </a:p>
      </dgm:t>
    </dgm:pt>
    <dgm:pt modelId="{95D1C01C-162D-4005-BEB9-99CD0EABE254}">
      <dgm:prSet/>
      <dgm:spPr/>
      <dgm:t>
        <a:bodyPr/>
        <a:lstStyle/>
        <a:p>
          <a:r>
            <a:rPr lang="en-US"/>
            <a:t>button:hover { background-color: #1a73e8; color: white; }</a:t>
          </a:r>
        </a:p>
      </dgm:t>
    </dgm:pt>
    <dgm:pt modelId="{FCD2CFEE-BA82-49F0-8D68-783EAC06E712}" type="parTrans" cxnId="{3A2AB91C-F9FB-4F8A-B3AA-15401453141A}">
      <dgm:prSet/>
      <dgm:spPr/>
      <dgm:t>
        <a:bodyPr/>
        <a:lstStyle/>
        <a:p>
          <a:endParaRPr lang="en-US"/>
        </a:p>
      </dgm:t>
    </dgm:pt>
    <dgm:pt modelId="{E17CD310-DFEF-47AD-BC61-BF9BD9618367}" type="sibTrans" cxnId="{3A2AB91C-F9FB-4F8A-B3AA-15401453141A}">
      <dgm:prSet/>
      <dgm:spPr/>
      <dgm:t>
        <a:bodyPr/>
        <a:lstStyle/>
        <a:p>
          <a:endParaRPr lang="en-US"/>
        </a:p>
      </dgm:t>
    </dgm:pt>
    <dgm:pt modelId="{3D4D9345-3166-4708-B291-61745082AA6B}" type="pres">
      <dgm:prSet presAssocID="{C8A4820A-5DCC-496A-874E-C7D60612EF8E}" presName="linear" presStyleCnt="0">
        <dgm:presLayoutVars>
          <dgm:animLvl val="lvl"/>
          <dgm:resizeHandles val="exact"/>
        </dgm:presLayoutVars>
      </dgm:prSet>
      <dgm:spPr/>
    </dgm:pt>
    <dgm:pt modelId="{E7A51C40-BA76-44E4-84B7-B021F4BE9810}" type="pres">
      <dgm:prSet presAssocID="{CD55C8B2-D7FE-4E1F-AE42-44AFA92071F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837A72-736B-49A4-99AE-8B5E6876681B}" type="pres">
      <dgm:prSet presAssocID="{F28D157A-7493-4C7B-95DC-80BC0FE1C3A6}" presName="spacer" presStyleCnt="0"/>
      <dgm:spPr/>
    </dgm:pt>
    <dgm:pt modelId="{91CF579F-FEFC-48C9-82AB-AC40E4614979}" type="pres">
      <dgm:prSet presAssocID="{BFA2AC77-436C-4AB7-B456-8EFEA6C25F5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FA3B513-99F6-4AFF-8E6E-7C03483AA787}" type="pres">
      <dgm:prSet presAssocID="{AA3BC3CC-B053-4092-994E-8A81CD004044}" presName="spacer" presStyleCnt="0"/>
      <dgm:spPr/>
    </dgm:pt>
    <dgm:pt modelId="{6F848FF3-5A35-4D28-B4FA-3F7AC9276562}" type="pres">
      <dgm:prSet presAssocID="{95D1C01C-162D-4005-BEB9-99CD0EABE25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2AB91C-F9FB-4F8A-B3AA-15401453141A}" srcId="{C8A4820A-5DCC-496A-874E-C7D60612EF8E}" destId="{95D1C01C-162D-4005-BEB9-99CD0EABE254}" srcOrd="2" destOrd="0" parTransId="{FCD2CFEE-BA82-49F0-8D68-783EAC06E712}" sibTransId="{E17CD310-DFEF-47AD-BC61-BF9BD9618367}"/>
    <dgm:cxn modelId="{3425FE1F-B7DF-497B-8DA9-8ECDB1F93DBE}" type="presOf" srcId="{C8A4820A-5DCC-496A-874E-C7D60612EF8E}" destId="{3D4D9345-3166-4708-B291-61745082AA6B}" srcOrd="0" destOrd="0" presId="urn:microsoft.com/office/officeart/2005/8/layout/vList2"/>
    <dgm:cxn modelId="{44C57675-4640-43AD-B4C7-276C389C39B6}" srcId="{C8A4820A-5DCC-496A-874E-C7D60612EF8E}" destId="{BFA2AC77-436C-4AB7-B456-8EFEA6C25F54}" srcOrd="1" destOrd="0" parTransId="{8FD3BDFF-E6ED-4EAD-B053-CD23461AA53B}" sibTransId="{AA3BC3CC-B053-4092-994E-8A81CD004044}"/>
    <dgm:cxn modelId="{B3A0227C-4042-4DB2-9BF7-E110129A6700}" type="presOf" srcId="{BFA2AC77-436C-4AB7-B456-8EFEA6C25F54}" destId="{91CF579F-FEFC-48C9-82AB-AC40E4614979}" srcOrd="0" destOrd="0" presId="urn:microsoft.com/office/officeart/2005/8/layout/vList2"/>
    <dgm:cxn modelId="{8C56AD91-F3D6-4144-A07D-147D46748B77}" type="presOf" srcId="{95D1C01C-162D-4005-BEB9-99CD0EABE254}" destId="{6F848FF3-5A35-4D28-B4FA-3F7AC9276562}" srcOrd="0" destOrd="0" presId="urn:microsoft.com/office/officeart/2005/8/layout/vList2"/>
    <dgm:cxn modelId="{F2B7D6DD-F407-48CD-9514-A5DD94C5532E}" srcId="{C8A4820A-5DCC-496A-874E-C7D60612EF8E}" destId="{CD55C8B2-D7FE-4E1F-AE42-44AFA92071FF}" srcOrd="0" destOrd="0" parTransId="{AE2DD40D-CB44-4CA4-A0DC-3D3DDD6E3959}" sibTransId="{F28D157A-7493-4C7B-95DC-80BC0FE1C3A6}"/>
    <dgm:cxn modelId="{9C57CFEC-01DA-427F-B151-2F6ED3CB912B}" type="presOf" srcId="{CD55C8B2-D7FE-4E1F-AE42-44AFA92071FF}" destId="{E7A51C40-BA76-44E4-84B7-B021F4BE9810}" srcOrd="0" destOrd="0" presId="urn:microsoft.com/office/officeart/2005/8/layout/vList2"/>
    <dgm:cxn modelId="{A516A920-0D51-4BDA-871B-DBC6F43F4746}" type="presParOf" srcId="{3D4D9345-3166-4708-B291-61745082AA6B}" destId="{E7A51C40-BA76-44E4-84B7-B021F4BE9810}" srcOrd="0" destOrd="0" presId="urn:microsoft.com/office/officeart/2005/8/layout/vList2"/>
    <dgm:cxn modelId="{4D6FB399-4583-421F-AAEA-4DF56E799F5C}" type="presParOf" srcId="{3D4D9345-3166-4708-B291-61745082AA6B}" destId="{39837A72-736B-49A4-99AE-8B5E6876681B}" srcOrd="1" destOrd="0" presId="urn:microsoft.com/office/officeart/2005/8/layout/vList2"/>
    <dgm:cxn modelId="{B79E89E8-949A-499B-A513-9A5DE89DB430}" type="presParOf" srcId="{3D4D9345-3166-4708-B291-61745082AA6B}" destId="{91CF579F-FEFC-48C9-82AB-AC40E4614979}" srcOrd="2" destOrd="0" presId="urn:microsoft.com/office/officeart/2005/8/layout/vList2"/>
    <dgm:cxn modelId="{0F2E0D3C-92DC-41D8-A517-2EED93DCC0EA}" type="presParOf" srcId="{3D4D9345-3166-4708-B291-61745082AA6B}" destId="{2FA3B513-99F6-4AFF-8E6E-7C03483AA787}" srcOrd="3" destOrd="0" presId="urn:microsoft.com/office/officeart/2005/8/layout/vList2"/>
    <dgm:cxn modelId="{0E70E424-9052-4C41-B059-07F4AAF2B011}" type="presParOf" srcId="{3D4D9345-3166-4708-B291-61745082AA6B}" destId="{6F848FF3-5A35-4D28-B4FA-3F7AC927656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FC1E067-6DE9-48FF-AC8A-2611C9ED9F6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9D1B1B3-A451-476C-9CB2-9F1D77DB80EA}">
      <dgm:prSet/>
      <dgm:spPr/>
      <dgm:t>
        <a:bodyPr/>
        <a:lstStyle/>
        <a:p>
          <a:r>
            <a:rPr lang="en-US"/>
            <a:t>Cria elementos virtuais.</a:t>
          </a:r>
        </a:p>
      </dgm:t>
    </dgm:pt>
    <dgm:pt modelId="{5E8D1007-0AC5-45A9-8DBE-2595F056340A}" type="parTrans" cxnId="{66C7AF8C-D2C9-4359-AFC3-E1935F1A9FB0}">
      <dgm:prSet/>
      <dgm:spPr/>
      <dgm:t>
        <a:bodyPr/>
        <a:lstStyle/>
        <a:p>
          <a:endParaRPr lang="en-US"/>
        </a:p>
      </dgm:t>
    </dgm:pt>
    <dgm:pt modelId="{41C6BB60-94A3-49D3-A6CD-503E8E559D69}" type="sibTrans" cxnId="{66C7AF8C-D2C9-4359-AFC3-E1935F1A9FB0}">
      <dgm:prSet/>
      <dgm:spPr/>
      <dgm:t>
        <a:bodyPr/>
        <a:lstStyle/>
        <a:p>
          <a:endParaRPr lang="en-US"/>
        </a:p>
      </dgm:t>
    </dgm:pt>
    <dgm:pt modelId="{DB1B6435-B577-4D1A-9C3A-361CE9781420}">
      <dgm:prSet/>
      <dgm:spPr/>
      <dgm:t>
        <a:bodyPr/>
        <a:lstStyle/>
        <a:p>
          <a:r>
            <a:rPr lang="en-US"/>
            <a:t>CSS:</a:t>
          </a:r>
        </a:p>
      </dgm:t>
    </dgm:pt>
    <dgm:pt modelId="{936BA7F6-F1F5-4F70-97F1-BDA37AC8C6CB}" type="parTrans" cxnId="{BA0417D9-470D-4A32-8F76-E3F24F848881}">
      <dgm:prSet/>
      <dgm:spPr/>
      <dgm:t>
        <a:bodyPr/>
        <a:lstStyle/>
        <a:p>
          <a:endParaRPr lang="en-US"/>
        </a:p>
      </dgm:t>
    </dgm:pt>
    <dgm:pt modelId="{1AB68F09-14E5-40D3-AEFD-69047D379F2D}" type="sibTrans" cxnId="{BA0417D9-470D-4A32-8F76-E3F24F848881}">
      <dgm:prSet/>
      <dgm:spPr/>
      <dgm:t>
        <a:bodyPr/>
        <a:lstStyle/>
        <a:p>
          <a:endParaRPr lang="en-US"/>
        </a:p>
      </dgm:t>
    </dgm:pt>
    <dgm:pt modelId="{2CFAA9B9-1987-499E-BCD5-4AF63EAC8BEF}">
      <dgm:prSet/>
      <dgm:spPr/>
      <dgm:t>
        <a:bodyPr/>
        <a:lstStyle/>
        <a:p>
          <a:r>
            <a:rPr lang="en-US"/>
            <a:t>h1::before { content: '✨ '; }</a:t>
          </a:r>
        </a:p>
      </dgm:t>
    </dgm:pt>
    <dgm:pt modelId="{20EB0AFC-9E33-40D4-95D5-663B466E2CB8}" type="parTrans" cxnId="{A7494E29-5523-4B45-917B-527B3F05B449}">
      <dgm:prSet/>
      <dgm:spPr/>
      <dgm:t>
        <a:bodyPr/>
        <a:lstStyle/>
        <a:p>
          <a:endParaRPr lang="en-US"/>
        </a:p>
      </dgm:t>
    </dgm:pt>
    <dgm:pt modelId="{771051DD-4606-4A0C-AFE1-2BD9211FA2DC}" type="sibTrans" cxnId="{A7494E29-5523-4B45-917B-527B3F05B449}">
      <dgm:prSet/>
      <dgm:spPr/>
      <dgm:t>
        <a:bodyPr/>
        <a:lstStyle/>
        <a:p>
          <a:endParaRPr lang="en-US"/>
        </a:p>
      </dgm:t>
    </dgm:pt>
    <dgm:pt modelId="{D8C064C0-0294-4788-A6EE-9CFD84E40E0C}" type="pres">
      <dgm:prSet presAssocID="{6FC1E067-6DE9-48FF-AC8A-2611C9ED9F6D}" presName="linear" presStyleCnt="0">
        <dgm:presLayoutVars>
          <dgm:animLvl val="lvl"/>
          <dgm:resizeHandles val="exact"/>
        </dgm:presLayoutVars>
      </dgm:prSet>
      <dgm:spPr/>
    </dgm:pt>
    <dgm:pt modelId="{DE75725A-5BCD-402D-BDD7-08F8397CE1A8}" type="pres">
      <dgm:prSet presAssocID="{C9D1B1B3-A451-476C-9CB2-9F1D77DB80E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AC40A7-7556-4E4B-A20F-BDD75A1499A8}" type="pres">
      <dgm:prSet presAssocID="{41C6BB60-94A3-49D3-A6CD-503E8E559D69}" presName="spacer" presStyleCnt="0"/>
      <dgm:spPr/>
    </dgm:pt>
    <dgm:pt modelId="{9C49C66E-AFD1-48CA-8453-36B2C787FCF7}" type="pres">
      <dgm:prSet presAssocID="{DB1B6435-B577-4D1A-9C3A-361CE97814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8EA9D05-D35C-4661-B415-3A8075879661}" type="pres">
      <dgm:prSet presAssocID="{1AB68F09-14E5-40D3-AEFD-69047D379F2D}" presName="spacer" presStyleCnt="0"/>
      <dgm:spPr/>
    </dgm:pt>
    <dgm:pt modelId="{AD2FC2C5-EF66-46AB-A3C8-67214C604330}" type="pres">
      <dgm:prSet presAssocID="{2CFAA9B9-1987-499E-BCD5-4AF63EAC8BE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21DA80A-50A6-4E4C-9413-9990BCE1D160}" type="presOf" srcId="{DB1B6435-B577-4D1A-9C3A-361CE9781420}" destId="{9C49C66E-AFD1-48CA-8453-36B2C787FCF7}" srcOrd="0" destOrd="0" presId="urn:microsoft.com/office/officeart/2005/8/layout/vList2"/>
    <dgm:cxn modelId="{32CE1815-8AD3-4770-A156-8C13363F2F24}" type="presOf" srcId="{C9D1B1B3-A451-476C-9CB2-9F1D77DB80EA}" destId="{DE75725A-5BCD-402D-BDD7-08F8397CE1A8}" srcOrd="0" destOrd="0" presId="urn:microsoft.com/office/officeart/2005/8/layout/vList2"/>
    <dgm:cxn modelId="{A7494E29-5523-4B45-917B-527B3F05B449}" srcId="{6FC1E067-6DE9-48FF-AC8A-2611C9ED9F6D}" destId="{2CFAA9B9-1987-499E-BCD5-4AF63EAC8BEF}" srcOrd="2" destOrd="0" parTransId="{20EB0AFC-9E33-40D4-95D5-663B466E2CB8}" sibTransId="{771051DD-4606-4A0C-AFE1-2BD9211FA2DC}"/>
    <dgm:cxn modelId="{2057113D-DBDC-41A0-9117-FFB9A3BEDDF4}" type="presOf" srcId="{2CFAA9B9-1987-499E-BCD5-4AF63EAC8BEF}" destId="{AD2FC2C5-EF66-46AB-A3C8-67214C604330}" srcOrd="0" destOrd="0" presId="urn:microsoft.com/office/officeart/2005/8/layout/vList2"/>
    <dgm:cxn modelId="{66C7AF8C-D2C9-4359-AFC3-E1935F1A9FB0}" srcId="{6FC1E067-6DE9-48FF-AC8A-2611C9ED9F6D}" destId="{C9D1B1B3-A451-476C-9CB2-9F1D77DB80EA}" srcOrd="0" destOrd="0" parTransId="{5E8D1007-0AC5-45A9-8DBE-2595F056340A}" sibTransId="{41C6BB60-94A3-49D3-A6CD-503E8E559D69}"/>
    <dgm:cxn modelId="{AB4C9BAD-A283-4262-AD8F-11BA131863CA}" type="presOf" srcId="{6FC1E067-6DE9-48FF-AC8A-2611C9ED9F6D}" destId="{D8C064C0-0294-4788-A6EE-9CFD84E40E0C}" srcOrd="0" destOrd="0" presId="urn:microsoft.com/office/officeart/2005/8/layout/vList2"/>
    <dgm:cxn modelId="{BA0417D9-470D-4A32-8F76-E3F24F848881}" srcId="{6FC1E067-6DE9-48FF-AC8A-2611C9ED9F6D}" destId="{DB1B6435-B577-4D1A-9C3A-361CE9781420}" srcOrd="1" destOrd="0" parTransId="{936BA7F6-F1F5-4F70-97F1-BDA37AC8C6CB}" sibTransId="{1AB68F09-14E5-40D3-AEFD-69047D379F2D}"/>
    <dgm:cxn modelId="{7356141F-8554-4200-98FD-1E4F561B89DE}" type="presParOf" srcId="{D8C064C0-0294-4788-A6EE-9CFD84E40E0C}" destId="{DE75725A-5BCD-402D-BDD7-08F8397CE1A8}" srcOrd="0" destOrd="0" presId="urn:microsoft.com/office/officeart/2005/8/layout/vList2"/>
    <dgm:cxn modelId="{01DC3DB9-7418-43DD-8A1A-2D57E95FBE9A}" type="presParOf" srcId="{D8C064C0-0294-4788-A6EE-9CFD84E40E0C}" destId="{54AC40A7-7556-4E4B-A20F-BDD75A1499A8}" srcOrd="1" destOrd="0" presId="urn:microsoft.com/office/officeart/2005/8/layout/vList2"/>
    <dgm:cxn modelId="{B7175F1B-77E7-4603-8388-74D43BB8738D}" type="presParOf" srcId="{D8C064C0-0294-4788-A6EE-9CFD84E40E0C}" destId="{9C49C66E-AFD1-48CA-8453-36B2C787FCF7}" srcOrd="2" destOrd="0" presId="urn:microsoft.com/office/officeart/2005/8/layout/vList2"/>
    <dgm:cxn modelId="{56859EA5-8383-4225-A967-8CD282F4C967}" type="presParOf" srcId="{D8C064C0-0294-4788-A6EE-9CFD84E40E0C}" destId="{98EA9D05-D35C-4661-B415-3A8075879661}" srcOrd="3" destOrd="0" presId="urn:microsoft.com/office/officeart/2005/8/layout/vList2"/>
    <dgm:cxn modelId="{0F03385C-D1DB-48D6-BEBF-2B85964F8E6C}" type="presParOf" srcId="{D8C064C0-0294-4788-A6EE-9CFD84E40E0C}" destId="{AD2FC2C5-EF66-46AB-A3C8-67214C60433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EFD40-60C1-4DEE-A6B3-4F975793BCDB}">
      <dsp:nvSpPr>
        <dsp:cNvPr id="0" name=""/>
        <dsp:cNvSpPr/>
      </dsp:nvSpPr>
      <dsp:spPr>
        <a:xfrm>
          <a:off x="0" y="18958"/>
          <a:ext cx="4690291" cy="9621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As classes aplicam o mesmo estilo a vários elementos.</a:t>
          </a:r>
        </a:p>
      </dsp:txBody>
      <dsp:txXfrm>
        <a:off x="46970" y="65928"/>
        <a:ext cx="4596351" cy="868238"/>
      </dsp:txXfrm>
    </dsp:sp>
    <dsp:sp modelId="{52446953-4595-4EB7-AD73-0C54C58925ED}">
      <dsp:nvSpPr>
        <dsp:cNvPr id="0" name=""/>
        <dsp:cNvSpPr/>
      </dsp:nvSpPr>
      <dsp:spPr>
        <a:xfrm>
          <a:off x="0" y="1032976"/>
          <a:ext cx="4690291" cy="962178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HTML:</a:t>
          </a:r>
        </a:p>
      </dsp:txBody>
      <dsp:txXfrm>
        <a:off x="46970" y="1079946"/>
        <a:ext cx="4596351" cy="868238"/>
      </dsp:txXfrm>
    </dsp:sp>
    <dsp:sp modelId="{390915BD-5878-44C0-B25C-B48E2DB69A74}">
      <dsp:nvSpPr>
        <dsp:cNvPr id="0" name=""/>
        <dsp:cNvSpPr/>
      </dsp:nvSpPr>
      <dsp:spPr>
        <a:xfrm>
          <a:off x="0" y="2046995"/>
          <a:ext cx="4690291" cy="962178"/>
        </a:xfrm>
        <a:prstGeom prst="roundRect">
          <a:avLst/>
        </a:prstGeom>
        <a:solidFill>
          <a:srgbClr val="4BACC6">
            <a:hueOff val="-2483469"/>
            <a:satOff val="9953"/>
            <a:lumOff val="2157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&lt;p class='</a:t>
          </a:r>
          <a:r>
            <a:rPr lang="en-US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destaque</a:t>
          </a: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'&gt;Que a </a:t>
          </a:r>
          <a:r>
            <a:rPr lang="en-US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força</a:t>
          </a: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 </a:t>
          </a:r>
          <a:r>
            <a:rPr lang="en-US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esteja</a:t>
          </a: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 com </a:t>
          </a:r>
          <a:r>
            <a:rPr lang="en-US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você</a:t>
          </a:r>
          <a:r>
            <a:rPr lang="en-US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!&lt;/p&gt;</a:t>
          </a:r>
        </a:p>
      </dsp:txBody>
      <dsp:txXfrm>
        <a:off x="46970" y="2093965"/>
        <a:ext cx="4596351" cy="868238"/>
      </dsp:txXfrm>
    </dsp:sp>
    <dsp:sp modelId="{F4CB6E1B-7B3E-4CA4-B64A-91A7B92507B5}">
      <dsp:nvSpPr>
        <dsp:cNvPr id="0" name=""/>
        <dsp:cNvSpPr/>
      </dsp:nvSpPr>
      <dsp:spPr>
        <a:xfrm>
          <a:off x="0" y="3061014"/>
          <a:ext cx="4690291" cy="962178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CSS:</a:t>
          </a:r>
        </a:p>
      </dsp:txBody>
      <dsp:txXfrm>
        <a:off x="46970" y="3107984"/>
        <a:ext cx="4596351" cy="868238"/>
      </dsp:txXfrm>
    </dsp:sp>
    <dsp:sp modelId="{D5E7A5D4-BAE2-4ECB-ADF6-BD6F62C0A859}">
      <dsp:nvSpPr>
        <dsp:cNvPr id="0" name=""/>
        <dsp:cNvSpPr/>
      </dsp:nvSpPr>
      <dsp:spPr>
        <a:xfrm>
          <a:off x="0" y="4075033"/>
          <a:ext cx="4690291" cy="962178"/>
        </a:xfrm>
        <a:prstGeom prst="roundRect">
          <a:avLst/>
        </a:prstGeom>
        <a:solidFill>
          <a:srgbClr val="4BACC6">
            <a:hueOff val="-7450407"/>
            <a:satOff val="29858"/>
            <a:lumOff val="6471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prstClr val="white"/>
              </a:solidFill>
              <a:latin typeface="Calibri"/>
              <a:ea typeface="+mn-ea"/>
              <a:cs typeface="+mn-cs"/>
            </a:rPr>
            <a:t>.destaque { color: #1a73e8; font-weight: bold; }</a:t>
          </a:r>
        </a:p>
      </dsp:txBody>
      <dsp:txXfrm>
        <a:off x="46970" y="4122003"/>
        <a:ext cx="4596351" cy="8682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7F940-8D19-40FE-BCCB-B2A538140850}">
      <dsp:nvSpPr>
        <dsp:cNvPr id="0" name=""/>
        <dsp:cNvSpPr/>
      </dsp:nvSpPr>
      <dsp:spPr>
        <a:xfrm>
          <a:off x="0" y="3045"/>
          <a:ext cx="4690291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 ID é único — ideal para títulos ou seções específicas.</a:t>
          </a:r>
        </a:p>
      </dsp:txBody>
      <dsp:txXfrm>
        <a:off x="46606" y="49651"/>
        <a:ext cx="4597079" cy="861507"/>
      </dsp:txXfrm>
    </dsp:sp>
    <dsp:sp modelId="{E55A42B3-BEFF-41B2-9E82-8D64B96ED24D}">
      <dsp:nvSpPr>
        <dsp:cNvPr id="0" name=""/>
        <dsp:cNvSpPr/>
      </dsp:nvSpPr>
      <dsp:spPr>
        <a:xfrm>
          <a:off x="0" y="1026885"/>
          <a:ext cx="4690291" cy="954719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HTML:</a:t>
          </a:r>
        </a:p>
      </dsp:txBody>
      <dsp:txXfrm>
        <a:off x="46606" y="1073491"/>
        <a:ext cx="4597079" cy="861507"/>
      </dsp:txXfrm>
    </dsp:sp>
    <dsp:sp modelId="{79D8388D-290E-4189-89F3-D5171FA7EF52}">
      <dsp:nvSpPr>
        <dsp:cNvPr id="0" name=""/>
        <dsp:cNvSpPr/>
      </dsp:nvSpPr>
      <dsp:spPr>
        <a:xfrm>
          <a:off x="0" y="2050725"/>
          <a:ext cx="4690291" cy="954719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&lt;h1 id='titulo'&gt;O Despertar das Classes&lt;/h1&gt;</a:t>
          </a:r>
        </a:p>
      </dsp:txBody>
      <dsp:txXfrm>
        <a:off x="46606" y="2097331"/>
        <a:ext cx="4597079" cy="861507"/>
      </dsp:txXfrm>
    </dsp:sp>
    <dsp:sp modelId="{6CB28B36-220B-46AB-BA45-4CDF3BFA7015}">
      <dsp:nvSpPr>
        <dsp:cNvPr id="0" name=""/>
        <dsp:cNvSpPr/>
      </dsp:nvSpPr>
      <dsp:spPr>
        <a:xfrm>
          <a:off x="0" y="3074565"/>
          <a:ext cx="4690291" cy="954719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CSS:</a:t>
          </a:r>
        </a:p>
      </dsp:txBody>
      <dsp:txXfrm>
        <a:off x="46606" y="3121171"/>
        <a:ext cx="4597079" cy="861507"/>
      </dsp:txXfrm>
    </dsp:sp>
    <dsp:sp modelId="{90D85464-7A04-4162-9263-F48793D67D6A}">
      <dsp:nvSpPr>
        <dsp:cNvPr id="0" name=""/>
        <dsp:cNvSpPr/>
      </dsp:nvSpPr>
      <dsp:spPr>
        <a:xfrm>
          <a:off x="0" y="4098405"/>
          <a:ext cx="4690291" cy="95471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#titulo { text-align: center; color: #ffe81f; }</a:t>
          </a:r>
        </a:p>
      </dsp:txBody>
      <dsp:txXfrm>
        <a:off x="46606" y="4145011"/>
        <a:ext cx="4597079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02D6F-0438-4ECE-BEB4-D206141D8512}">
      <dsp:nvSpPr>
        <dsp:cNvPr id="0" name=""/>
        <dsp:cNvSpPr/>
      </dsp:nvSpPr>
      <dsp:spPr>
        <a:xfrm>
          <a:off x="0" y="88634"/>
          <a:ext cx="4690291" cy="15514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Seleciona todas as tags do mesmo tipo.</a:t>
          </a:r>
        </a:p>
      </dsp:txBody>
      <dsp:txXfrm>
        <a:off x="75734" y="164368"/>
        <a:ext cx="4538823" cy="1399952"/>
      </dsp:txXfrm>
    </dsp:sp>
    <dsp:sp modelId="{6E93B331-CB5A-4C06-9C83-289B55890550}">
      <dsp:nvSpPr>
        <dsp:cNvPr id="0" name=""/>
        <dsp:cNvSpPr/>
      </dsp:nvSpPr>
      <dsp:spPr>
        <a:xfrm>
          <a:off x="0" y="1752374"/>
          <a:ext cx="4690291" cy="155142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CSS:</a:t>
          </a:r>
        </a:p>
      </dsp:txBody>
      <dsp:txXfrm>
        <a:off x="75734" y="1828108"/>
        <a:ext cx="4538823" cy="1399952"/>
      </dsp:txXfrm>
    </dsp:sp>
    <dsp:sp modelId="{DE198F59-40D1-4F3E-8A51-0652FB9A570C}">
      <dsp:nvSpPr>
        <dsp:cNvPr id="0" name=""/>
        <dsp:cNvSpPr/>
      </dsp:nvSpPr>
      <dsp:spPr>
        <a:xfrm>
          <a:off x="0" y="3416115"/>
          <a:ext cx="4690291" cy="15514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 { line-height: 1.6; color: #333; }</a:t>
          </a:r>
        </a:p>
      </dsp:txBody>
      <dsp:txXfrm>
        <a:off x="75734" y="3491849"/>
        <a:ext cx="4538823" cy="13999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956B7-A442-4D16-B8B6-40E148DB4D99}">
      <dsp:nvSpPr>
        <dsp:cNvPr id="0" name=""/>
        <dsp:cNvSpPr/>
      </dsp:nvSpPr>
      <dsp:spPr>
        <a:xfrm>
          <a:off x="0" y="216481"/>
          <a:ext cx="4690291" cy="87395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Seleciona elementos dentro de outros.</a:t>
          </a:r>
        </a:p>
      </dsp:txBody>
      <dsp:txXfrm>
        <a:off x="42663" y="259144"/>
        <a:ext cx="4604965" cy="788627"/>
      </dsp:txXfrm>
    </dsp:sp>
    <dsp:sp modelId="{5D0B99A8-EFB1-4E5B-AABF-7F2548C04CFB}">
      <dsp:nvSpPr>
        <dsp:cNvPr id="0" name=""/>
        <dsp:cNvSpPr/>
      </dsp:nvSpPr>
      <dsp:spPr>
        <a:xfrm>
          <a:off x="0" y="1153794"/>
          <a:ext cx="4690291" cy="873953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HTML:</a:t>
          </a:r>
        </a:p>
      </dsp:txBody>
      <dsp:txXfrm>
        <a:off x="42663" y="1196457"/>
        <a:ext cx="4604965" cy="788627"/>
      </dsp:txXfrm>
    </dsp:sp>
    <dsp:sp modelId="{3A4C5375-FE43-4379-B410-D631EC9AA63D}">
      <dsp:nvSpPr>
        <dsp:cNvPr id="0" name=""/>
        <dsp:cNvSpPr/>
      </dsp:nvSpPr>
      <dsp:spPr>
        <a:xfrm>
          <a:off x="0" y="2091108"/>
          <a:ext cx="4690291" cy="873953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&lt;div class='card'&gt;&lt;p&gt;Mensagem&lt;/p&gt;&lt;/div&gt;</a:t>
          </a:r>
        </a:p>
      </dsp:txBody>
      <dsp:txXfrm>
        <a:off x="42663" y="2133771"/>
        <a:ext cx="4604965" cy="788627"/>
      </dsp:txXfrm>
    </dsp:sp>
    <dsp:sp modelId="{41A21573-C9B2-4AFB-9BF0-85DCD569E4DA}">
      <dsp:nvSpPr>
        <dsp:cNvPr id="0" name=""/>
        <dsp:cNvSpPr/>
      </dsp:nvSpPr>
      <dsp:spPr>
        <a:xfrm>
          <a:off x="0" y="3028421"/>
          <a:ext cx="4690291" cy="873953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CSS:</a:t>
          </a:r>
        </a:p>
      </dsp:txBody>
      <dsp:txXfrm>
        <a:off x="42663" y="3071084"/>
        <a:ext cx="4604965" cy="788627"/>
      </dsp:txXfrm>
    </dsp:sp>
    <dsp:sp modelId="{7D7E8343-AAAF-46A3-815A-F8F06D709C31}">
      <dsp:nvSpPr>
        <dsp:cNvPr id="0" name=""/>
        <dsp:cNvSpPr/>
      </dsp:nvSpPr>
      <dsp:spPr>
        <a:xfrm>
          <a:off x="0" y="3965735"/>
          <a:ext cx="4690291" cy="87395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.card p { color: #4caf50; }</a:t>
          </a:r>
        </a:p>
      </dsp:txBody>
      <dsp:txXfrm>
        <a:off x="42663" y="4008398"/>
        <a:ext cx="4604965" cy="7886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B79E3-9989-4E65-93E4-DE3E2D1A91E3}">
      <dsp:nvSpPr>
        <dsp:cNvPr id="0" name=""/>
        <dsp:cNvSpPr/>
      </dsp:nvSpPr>
      <dsp:spPr>
        <a:xfrm>
          <a:off x="0" y="3045"/>
          <a:ext cx="4690291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Aplica estilo a elementos com duas classes.</a:t>
          </a:r>
        </a:p>
      </dsp:txBody>
      <dsp:txXfrm>
        <a:off x="46606" y="49651"/>
        <a:ext cx="4597079" cy="861507"/>
      </dsp:txXfrm>
    </dsp:sp>
    <dsp:sp modelId="{FD008AF5-EA24-4F34-8A1F-ABBC0FD387EA}">
      <dsp:nvSpPr>
        <dsp:cNvPr id="0" name=""/>
        <dsp:cNvSpPr/>
      </dsp:nvSpPr>
      <dsp:spPr>
        <a:xfrm>
          <a:off x="0" y="1026885"/>
          <a:ext cx="4690291" cy="954719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HTML:</a:t>
          </a:r>
        </a:p>
      </dsp:txBody>
      <dsp:txXfrm>
        <a:off x="46606" y="1073491"/>
        <a:ext cx="4597079" cy="861507"/>
      </dsp:txXfrm>
    </dsp:sp>
    <dsp:sp modelId="{D0AC902A-F414-44B5-84A1-87C34F96D51C}">
      <dsp:nvSpPr>
        <dsp:cNvPr id="0" name=""/>
        <dsp:cNvSpPr/>
      </dsp:nvSpPr>
      <dsp:spPr>
        <a:xfrm>
          <a:off x="0" y="2050725"/>
          <a:ext cx="4690291" cy="954719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&lt;button class='botao destaque'&gt;Ação&lt;/button&gt;</a:t>
          </a:r>
        </a:p>
      </dsp:txBody>
      <dsp:txXfrm>
        <a:off x="46606" y="2097331"/>
        <a:ext cx="4597079" cy="861507"/>
      </dsp:txXfrm>
    </dsp:sp>
    <dsp:sp modelId="{794D443B-0DB0-4057-BF0F-BE5F955B4B51}">
      <dsp:nvSpPr>
        <dsp:cNvPr id="0" name=""/>
        <dsp:cNvSpPr/>
      </dsp:nvSpPr>
      <dsp:spPr>
        <a:xfrm>
          <a:off x="0" y="3074565"/>
          <a:ext cx="4690291" cy="954719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CSS:</a:t>
          </a:r>
        </a:p>
      </dsp:txBody>
      <dsp:txXfrm>
        <a:off x="46606" y="3121171"/>
        <a:ext cx="4597079" cy="861507"/>
      </dsp:txXfrm>
    </dsp:sp>
    <dsp:sp modelId="{E08253FE-0985-4058-B61C-9FA2043BEAD7}">
      <dsp:nvSpPr>
        <dsp:cNvPr id="0" name=""/>
        <dsp:cNvSpPr/>
      </dsp:nvSpPr>
      <dsp:spPr>
        <a:xfrm>
          <a:off x="0" y="4098405"/>
          <a:ext cx="4690291" cy="95471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.botao.destaque { background-color: #ff9800; color: white; }</a:t>
          </a:r>
        </a:p>
      </dsp:txBody>
      <dsp:txXfrm>
        <a:off x="46606" y="4145011"/>
        <a:ext cx="4597079" cy="8615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502BC3-A644-4D4B-B9B8-64C052CBF6CA}">
      <dsp:nvSpPr>
        <dsp:cNvPr id="0" name=""/>
        <dsp:cNvSpPr/>
      </dsp:nvSpPr>
      <dsp:spPr>
        <a:xfrm>
          <a:off x="0" y="463934"/>
          <a:ext cx="4690291" cy="13127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 seletor universal aplica estilo a tudo.</a:t>
          </a:r>
        </a:p>
      </dsp:txBody>
      <dsp:txXfrm>
        <a:off x="64083" y="528017"/>
        <a:ext cx="4562125" cy="1184574"/>
      </dsp:txXfrm>
    </dsp:sp>
    <dsp:sp modelId="{63D80A5B-3102-442A-90F8-B8C06D1590C6}">
      <dsp:nvSpPr>
        <dsp:cNvPr id="0" name=""/>
        <dsp:cNvSpPr/>
      </dsp:nvSpPr>
      <dsp:spPr>
        <a:xfrm>
          <a:off x="0" y="1871714"/>
          <a:ext cx="4690291" cy="131274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CSS:</a:t>
          </a:r>
        </a:p>
      </dsp:txBody>
      <dsp:txXfrm>
        <a:off x="64083" y="1935797"/>
        <a:ext cx="4562125" cy="1184574"/>
      </dsp:txXfrm>
    </dsp:sp>
    <dsp:sp modelId="{F9D00F85-CCC9-46D1-A180-7A516674043D}">
      <dsp:nvSpPr>
        <dsp:cNvPr id="0" name=""/>
        <dsp:cNvSpPr/>
      </dsp:nvSpPr>
      <dsp:spPr>
        <a:xfrm>
          <a:off x="0" y="3279495"/>
          <a:ext cx="4690291" cy="13127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* { margin: 0; padding: 0; box-sizing: border-box; }</a:t>
          </a:r>
        </a:p>
      </dsp:txBody>
      <dsp:txXfrm>
        <a:off x="64083" y="3343578"/>
        <a:ext cx="4562125" cy="11845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A3E6C-3CED-4E70-AEB4-FF233641D2D0}">
      <dsp:nvSpPr>
        <dsp:cNvPr id="0" name=""/>
        <dsp:cNvSpPr/>
      </dsp:nvSpPr>
      <dsp:spPr>
        <a:xfrm>
          <a:off x="0" y="6335"/>
          <a:ext cx="4690291" cy="9534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Seleciona pelo atributo.</a:t>
          </a:r>
        </a:p>
      </dsp:txBody>
      <dsp:txXfrm>
        <a:off x="46541" y="52876"/>
        <a:ext cx="4597209" cy="860321"/>
      </dsp:txXfrm>
    </dsp:sp>
    <dsp:sp modelId="{D9046194-5BD7-48D9-A5AA-66FB2B3FDA3E}">
      <dsp:nvSpPr>
        <dsp:cNvPr id="0" name=""/>
        <dsp:cNvSpPr/>
      </dsp:nvSpPr>
      <dsp:spPr>
        <a:xfrm>
          <a:off x="0" y="1028859"/>
          <a:ext cx="4690291" cy="953403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HTML:</a:t>
          </a:r>
        </a:p>
      </dsp:txBody>
      <dsp:txXfrm>
        <a:off x="46541" y="1075400"/>
        <a:ext cx="4597209" cy="860321"/>
      </dsp:txXfrm>
    </dsp:sp>
    <dsp:sp modelId="{B70431EE-BD09-43CD-8B79-CC62482DE5D8}">
      <dsp:nvSpPr>
        <dsp:cNvPr id="0" name=""/>
        <dsp:cNvSpPr/>
      </dsp:nvSpPr>
      <dsp:spPr>
        <a:xfrm>
          <a:off x="0" y="2051383"/>
          <a:ext cx="4690291" cy="953403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&lt;input type='email'&gt;</a:t>
          </a:r>
        </a:p>
      </dsp:txBody>
      <dsp:txXfrm>
        <a:off x="46541" y="2097924"/>
        <a:ext cx="4597209" cy="860321"/>
      </dsp:txXfrm>
    </dsp:sp>
    <dsp:sp modelId="{9E63DFEC-F770-4852-BFDE-C526F761FBD2}">
      <dsp:nvSpPr>
        <dsp:cNvPr id="0" name=""/>
        <dsp:cNvSpPr/>
      </dsp:nvSpPr>
      <dsp:spPr>
        <a:xfrm>
          <a:off x="0" y="3073906"/>
          <a:ext cx="4690291" cy="953403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CSS:</a:t>
          </a:r>
        </a:p>
      </dsp:txBody>
      <dsp:txXfrm>
        <a:off x="46541" y="3120447"/>
        <a:ext cx="4597209" cy="860321"/>
      </dsp:txXfrm>
    </dsp:sp>
    <dsp:sp modelId="{52F2A27B-B8C2-4921-B108-AA49CEDDBCF5}">
      <dsp:nvSpPr>
        <dsp:cNvPr id="0" name=""/>
        <dsp:cNvSpPr/>
      </dsp:nvSpPr>
      <dsp:spPr>
        <a:xfrm>
          <a:off x="0" y="4096430"/>
          <a:ext cx="4690291" cy="95340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input[type='email'] { border: 2px solid #1a73e8; }</a:t>
          </a:r>
        </a:p>
      </dsp:txBody>
      <dsp:txXfrm>
        <a:off x="46541" y="4142971"/>
        <a:ext cx="4597209" cy="8603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A51C40-BA76-44E4-84B7-B021F4BE9810}">
      <dsp:nvSpPr>
        <dsp:cNvPr id="0" name=""/>
        <dsp:cNvSpPr/>
      </dsp:nvSpPr>
      <dsp:spPr>
        <a:xfrm>
          <a:off x="0" y="31823"/>
          <a:ext cx="4690291" cy="16084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Traz interatividade.</a:t>
          </a:r>
        </a:p>
      </dsp:txBody>
      <dsp:txXfrm>
        <a:off x="78520" y="110343"/>
        <a:ext cx="4533251" cy="1451454"/>
      </dsp:txXfrm>
    </dsp:sp>
    <dsp:sp modelId="{91CF579F-FEFC-48C9-82AB-AC40E4614979}">
      <dsp:nvSpPr>
        <dsp:cNvPr id="0" name=""/>
        <dsp:cNvSpPr/>
      </dsp:nvSpPr>
      <dsp:spPr>
        <a:xfrm>
          <a:off x="0" y="1723837"/>
          <a:ext cx="4690291" cy="1608494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CSS:</a:t>
          </a:r>
        </a:p>
      </dsp:txBody>
      <dsp:txXfrm>
        <a:off x="78520" y="1802357"/>
        <a:ext cx="4533251" cy="1451454"/>
      </dsp:txXfrm>
    </dsp:sp>
    <dsp:sp modelId="{6F848FF3-5A35-4D28-B4FA-3F7AC9276562}">
      <dsp:nvSpPr>
        <dsp:cNvPr id="0" name=""/>
        <dsp:cNvSpPr/>
      </dsp:nvSpPr>
      <dsp:spPr>
        <a:xfrm>
          <a:off x="0" y="3415852"/>
          <a:ext cx="4690291" cy="160849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button:hover { background-color: #1a73e8; color: white; }</a:t>
          </a:r>
        </a:p>
      </dsp:txBody>
      <dsp:txXfrm>
        <a:off x="78520" y="3494372"/>
        <a:ext cx="4533251" cy="14514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5725A-5BCD-402D-BDD7-08F8397CE1A8}">
      <dsp:nvSpPr>
        <dsp:cNvPr id="0" name=""/>
        <dsp:cNvSpPr/>
      </dsp:nvSpPr>
      <dsp:spPr>
        <a:xfrm>
          <a:off x="0" y="15912"/>
          <a:ext cx="4690291" cy="159990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Cria elementos virtuais.</a:t>
          </a:r>
        </a:p>
      </dsp:txBody>
      <dsp:txXfrm>
        <a:off x="78101" y="94013"/>
        <a:ext cx="4534089" cy="1443699"/>
      </dsp:txXfrm>
    </dsp:sp>
    <dsp:sp modelId="{9C49C66E-AFD1-48CA-8453-36B2C787FCF7}">
      <dsp:nvSpPr>
        <dsp:cNvPr id="0" name=""/>
        <dsp:cNvSpPr/>
      </dsp:nvSpPr>
      <dsp:spPr>
        <a:xfrm>
          <a:off x="0" y="1728134"/>
          <a:ext cx="4690291" cy="1599901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CSS:</a:t>
          </a:r>
        </a:p>
      </dsp:txBody>
      <dsp:txXfrm>
        <a:off x="78101" y="1806235"/>
        <a:ext cx="4534089" cy="1443699"/>
      </dsp:txXfrm>
    </dsp:sp>
    <dsp:sp modelId="{AD2FC2C5-EF66-46AB-A3C8-67214C604330}">
      <dsp:nvSpPr>
        <dsp:cNvPr id="0" name=""/>
        <dsp:cNvSpPr/>
      </dsp:nvSpPr>
      <dsp:spPr>
        <a:xfrm>
          <a:off x="0" y="3440355"/>
          <a:ext cx="4690291" cy="1599901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h1::before { content: '✨ '; }</a:t>
          </a:r>
        </a:p>
      </dsp:txBody>
      <dsp:txXfrm>
        <a:off x="78101" y="3518456"/>
        <a:ext cx="4534089" cy="1443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8F0AEC-2F8A-4EE9-9B51-5C00C5B86D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816" b="9089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>
                <a:solidFill>
                  <a:schemeClr val="bg1"/>
                </a:solidFill>
              </a:rPr>
              <a:t>O Despertar das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485" y="4872922"/>
            <a:ext cx="301751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1800"/>
            </a:pPr>
            <a:r>
              <a:rPr lang="en-US" sz="1700">
                <a:solidFill>
                  <a:schemeClr val="bg1"/>
                </a:solidFill>
              </a:rPr>
              <a:t>Desperte o poder oculto do CSS no seu código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pt-BR" sz="3500"/>
              <a:t>O Poder dos Seletores</a:t>
            </a:r>
          </a:p>
        </p:txBody>
      </p:sp>
      <p:pic>
        <p:nvPicPr>
          <p:cNvPr id="5" name="Picture 4" descr="Script de computador em uma tela">
            <a:extLst>
              <a:ext uri="{FF2B5EF4-FFF2-40B4-BE49-F238E27FC236}">
                <a16:creationId xmlns:a16="http://schemas.microsoft.com/office/drawing/2014/main" id="{387A4F6C-1956-613D-0CCC-7CF0D0021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4" r="47636" b="-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pt-BR" sz="1700"/>
              <a:t>Os seletores conectam o HTML ao estilo — eles dizem ao navegador quais elementos receberão cada aparência.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4200"/>
              <a:t>O Caminho da Classe (.classe)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CD22EDB9-40C5-5DF9-FC7C-1D28F02A2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7884841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4200"/>
              <a:t>O Chamado do ID (#id)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C58300-360A-04AD-5B66-2BF4E950A6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6697004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4200"/>
              <a:t>Os Guardiões do Elemento (elemento)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1FD941-44B7-A551-4D65-E124981577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364377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4200"/>
              <a:t>O Lado das Hierarquias (pai filho)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45667C-ABC2-2D40-F196-82B085FC6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8729042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3300"/>
              <a:t>A União dos Seletivos (.classe1.classe2)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68036E-D617-7CA2-E54C-059BEAEE2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377886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4200"/>
              <a:t>A Profecia Universal (*)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CA6C41-2F5C-EDE7-C0A3-E742F5EFC1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4368700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3300"/>
              <a:t>A Força dos Atributos ([atributo=valor])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AA1A29-D77F-86AA-E94C-126C6724C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610696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4200"/>
              <a:t>O Domínio das Pseudo-Classes (:hover)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3D89A0-D3B5-B135-3D78-D7B4010CB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165729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pt-BR" sz="4200"/>
              <a:t>O Lado Oculto dos Pseudo-Elementos (::before)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09ACE7-CE30-4CB0-8A77-66D6BA79F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82947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9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pt-BR" sz="3500"/>
              <a:t>Conclusão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4381" y="1311088"/>
            <a:ext cx="3957637" cy="432726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sz="2100">
                <a:solidFill>
                  <a:schemeClr val="tx1">
                    <a:alpha val="80000"/>
                  </a:schemeClr>
                </a:solidFill>
              </a:rPr>
              <a:t>Dominar os seletores é como aprender a usar a Força: prática e equilíbrio transformam código em beleza visual.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389</Words>
  <Application>Microsoft Office PowerPoint</Application>
  <PresentationFormat>Apresentação na tela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O Despertar das Classes</vt:lpstr>
      <vt:lpstr>O Poder dos Seletores</vt:lpstr>
      <vt:lpstr>O Caminho da Classe (.classe)</vt:lpstr>
      <vt:lpstr>O Chamado do ID (#id)</vt:lpstr>
      <vt:lpstr>Os Guardiões do Elemento (elemento)</vt:lpstr>
      <vt:lpstr>O Lado das Hierarquias (pai filho)</vt:lpstr>
      <vt:lpstr>A União dos Seletivos (.classe1.classe2)</vt:lpstr>
      <vt:lpstr>A Profecia Universal (*)</vt:lpstr>
      <vt:lpstr>A Força dos Atributos ([atributo=valor])</vt:lpstr>
      <vt:lpstr>O Domínio das Pseudo-Classes (:hover)</vt:lpstr>
      <vt:lpstr>O Lado Oculto dos Pseudo-Elementos (::before)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Despertar das Classes</dc:title>
  <dc:subject/>
  <dc:creator>Carolina Cardozo M Ferreira</dc:creator>
  <cp:keywords/>
  <dc:description>generated using python-pptx</dc:description>
  <cp:lastModifiedBy>Carolina Cardozo Morais Ferreira</cp:lastModifiedBy>
  <cp:revision>2</cp:revision>
  <dcterms:created xsi:type="dcterms:W3CDTF">2013-01-27T09:14:16Z</dcterms:created>
  <dcterms:modified xsi:type="dcterms:W3CDTF">2025-11-08T03:07:44Z</dcterms:modified>
  <cp:category/>
</cp:coreProperties>
</file>